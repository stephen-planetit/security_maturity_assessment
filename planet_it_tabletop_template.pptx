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9" r:id="rId3"/>
    <p:sldId id="258" r:id="rId4"/>
    <p:sldId id="260" r:id="rId5"/>
    <p:sldId id="261" r:id="rId6"/>
    <p:sldId id="262" r:id="rId7"/>
    <p:sldId id="263" r:id="rId8"/>
    <p:sldId id="257"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2D08F33-D7DE-0E12-80AB-E28534C0DD7B}" name="James Dell" initials="JD" userId="S::james.dell@planet-it.net::473c7a0d-619f-4459-a135-45d1413fbe4c" providerId="AD"/>
  <p188:author id="{1936349B-E8EC-63DE-91AA-912F0F1D1D7A}" name="Barry O'Brien" initials="BO" userId="S::barry.obrien@planet-it.net::4455fb6e-96ee-4c3e-8b09-486224c2261d" providerId="AD"/>
  <p188:author id="{FE0C06B1-1BAD-93BD-3BBB-A76A84723648}" name="James Dell" initials="JD" userId="James Dell" providerId="None"/>
  <p188:author id="{758B31D8-A08A-35B1-D4CE-4FEC3293A05D}" name="James Dell" initials="JD" userId="S::James.Dell@planet-it.net::473c7a0d-619f-4459-a135-45d1413fbe4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AAAB4-C1B8-0D41-BC06-EE48ADF72A70}" v="17" dt="2026-03-25T15:52:57.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9"/>
    <p:restoredTop sz="94758"/>
  </p:normalViewPr>
  <p:slideViewPr>
    <p:cSldViewPr snapToGrid="0">
      <p:cViewPr varScale="1">
        <p:scale>
          <a:sx n="205" d="100"/>
          <a:sy n="205" d="100"/>
        </p:scale>
        <p:origin x="208" y="288"/>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y O'Brien" userId="4455fb6e-96ee-4c3e-8b09-486224c2261d" providerId="ADAL" clId="{ADCC13FF-65CB-52DD-92AD-6A8B922F049B}"/>
    <pc:docChg chg="undo custSel addSld delSld modSld sldOrd">
      <pc:chgData name="Barry O'Brien" userId="4455fb6e-96ee-4c3e-8b09-486224c2261d" providerId="ADAL" clId="{ADCC13FF-65CB-52DD-92AD-6A8B922F049B}" dt="2026-03-26T13:16:10.308" v="103" actId="404"/>
      <pc:docMkLst>
        <pc:docMk/>
      </pc:docMkLst>
      <pc:sldChg chg="addSp delSp modSp mod">
        <pc:chgData name="Barry O'Brien" userId="4455fb6e-96ee-4c3e-8b09-486224c2261d" providerId="ADAL" clId="{ADCC13FF-65CB-52DD-92AD-6A8B922F049B}" dt="2026-03-25T15:43:03.681" v="23" actId="1076"/>
        <pc:sldMkLst>
          <pc:docMk/>
          <pc:sldMk cId="1571450518" sldId="256"/>
        </pc:sldMkLst>
        <pc:picChg chg="add mod">
          <ac:chgData name="Barry O'Brien" userId="4455fb6e-96ee-4c3e-8b09-486224c2261d" providerId="ADAL" clId="{ADCC13FF-65CB-52DD-92AD-6A8B922F049B}" dt="2026-03-25T15:43:03.681" v="23" actId="1076"/>
          <ac:picMkLst>
            <pc:docMk/>
            <pc:sldMk cId="1571450518" sldId="256"/>
            <ac:picMk id="4" creationId="{6BAF6A0A-9ADB-5356-71AE-1C1569D6B2B0}"/>
          </ac:picMkLst>
        </pc:picChg>
        <pc:picChg chg="del">
          <ac:chgData name="Barry O'Brien" userId="4455fb6e-96ee-4c3e-8b09-486224c2261d" providerId="ADAL" clId="{ADCC13FF-65CB-52DD-92AD-6A8B922F049B}" dt="2026-03-25T15:42:52.833" v="18" actId="478"/>
          <ac:picMkLst>
            <pc:docMk/>
            <pc:sldMk cId="1571450518" sldId="256"/>
            <ac:picMk id="9" creationId="{FBB9CC71-35FA-5741-861D-7FBDA95D4500}"/>
          </ac:picMkLst>
        </pc:picChg>
      </pc:sldChg>
      <pc:sldChg chg="add">
        <pc:chgData name="Barry O'Brien" userId="4455fb6e-96ee-4c3e-8b09-486224c2261d" providerId="ADAL" clId="{ADCC13FF-65CB-52DD-92AD-6A8B922F049B}" dt="2026-03-25T15:43:24.609" v="26"/>
        <pc:sldMkLst>
          <pc:docMk/>
          <pc:sldMk cId="33279948" sldId="442"/>
        </pc:sldMkLst>
      </pc:sldChg>
      <pc:sldChg chg="addSp delSp modSp mod">
        <pc:chgData name="Barry O'Brien" userId="4455fb6e-96ee-4c3e-8b09-486224c2261d" providerId="ADAL" clId="{ADCC13FF-65CB-52DD-92AD-6A8B922F049B}" dt="2026-03-25T15:42:27.891" v="14"/>
        <pc:sldMkLst>
          <pc:docMk/>
          <pc:sldMk cId="1258141927" sldId="8549"/>
        </pc:sldMkLst>
        <pc:picChg chg="del">
          <ac:chgData name="Barry O'Brien" userId="4455fb6e-96ee-4c3e-8b09-486224c2261d" providerId="ADAL" clId="{ADCC13FF-65CB-52DD-92AD-6A8B922F049B}" dt="2026-03-25T15:42:27.625" v="13" actId="478"/>
          <ac:picMkLst>
            <pc:docMk/>
            <pc:sldMk cId="1258141927" sldId="8549"/>
            <ac:picMk id="3" creationId="{3582B21B-42E5-3A06-E541-17D95E29D272}"/>
          </ac:picMkLst>
        </pc:picChg>
        <pc:picChg chg="add mod">
          <ac:chgData name="Barry O'Brien" userId="4455fb6e-96ee-4c3e-8b09-486224c2261d" providerId="ADAL" clId="{ADCC13FF-65CB-52DD-92AD-6A8B922F049B}" dt="2026-03-25T15:42:27.891" v="14"/>
          <ac:picMkLst>
            <pc:docMk/>
            <pc:sldMk cId="1258141927" sldId="8549"/>
            <ac:picMk id="5" creationId="{11D5C4C9-1F3C-F6C4-5EC4-28E85374A991}"/>
          </ac:picMkLst>
        </pc:picChg>
      </pc:sldChg>
      <pc:sldChg chg="addSp delSp modSp mod">
        <pc:chgData name="Barry O'Brien" userId="4455fb6e-96ee-4c3e-8b09-486224c2261d" providerId="ADAL" clId="{ADCC13FF-65CB-52DD-92AD-6A8B922F049B}" dt="2026-03-25T15:42:41.378" v="17" actId="1076"/>
        <pc:sldMkLst>
          <pc:docMk/>
          <pc:sldMk cId="2364270183" sldId="8550"/>
        </pc:sldMkLst>
        <pc:picChg chg="add mod">
          <ac:chgData name="Barry O'Brien" userId="4455fb6e-96ee-4c3e-8b09-486224c2261d" providerId="ADAL" clId="{ADCC13FF-65CB-52DD-92AD-6A8B922F049B}" dt="2026-03-25T15:42:41.378" v="17" actId="1076"/>
          <ac:picMkLst>
            <pc:docMk/>
            <pc:sldMk cId="2364270183" sldId="8550"/>
            <ac:picMk id="2" creationId="{074CA647-7CDC-F226-5AA8-2E08F17CDB23}"/>
          </ac:picMkLst>
        </pc:picChg>
        <pc:picChg chg="del">
          <ac:chgData name="Barry O'Brien" userId="4455fb6e-96ee-4c3e-8b09-486224c2261d" providerId="ADAL" clId="{ADCC13FF-65CB-52DD-92AD-6A8B922F049B}" dt="2026-03-25T15:42:34.029" v="15" actId="478"/>
          <ac:picMkLst>
            <pc:docMk/>
            <pc:sldMk cId="2364270183" sldId="8550"/>
            <ac:picMk id="30" creationId="{31AB93DA-E2A0-0C58-F3F9-159D58B7BBA8}"/>
          </ac:picMkLst>
        </pc:picChg>
      </pc:sldChg>
      <pc:sldChg chg="addSp delSp modSp mod">
        <pc:chgData name="Barry O'Brien" userId="4455fb6e-96ee-4c3e-8b09-486224c2261d" providerId="ADAL" clId="{ADCC13FF-65CB-52DD-92AD-6A8B922F049B}" dt="2026-03-25T15:58:50.932" v="99" actId="1076"/>
        <pc:sldMkLst>
          <pc:docMk/>
          <pc:sldMk cId="592953891" sldId="2145705877"/>
        </pc:sldMkLst>
        <pc:spChg chg="mod">
          <ac:chgData name="Barry O'Brien" userId="4455fb6e-96ee-4c3e-8b09-486224c2261d" providerId="ADAL" clId="{ADCC13FF-65CB-52DD-92AD-6A8B922F049B}" dt="2026-03-25T15:58:50.932" v="99" actId="1076"/>
          <ac:spMkLst>
            <pc:docMk/>
            <pc:sldMk cId="592953891" sldId="2145705877"/>
            <ac:spMk id="20" creationId="{13F1D7D1-F6C9-1741-B9A5-EEC2014B9A01}"/>
          </ac:spMkLst>
        </pc:spChg>
        <pc:picChg chg="add mod">
          <ac:chgData name="Barry O'Brien" userId="4455fb6e-96ee-4c3e-8b09-486224c2261d" providerId="ADAL" clId="{ADCC13FF-65CB-52DD-92AD-6A8B922F049B}" dt="2026-03-25T15:44:44.732" v="38" actId="1076"/>
          <ac:picMkLst>
            <pc:docMk/>
            <pc:sldMk cId="592953891" sldId="2145705877"/>
            <ac:picMk id="2" creationId="{F52D4C79-1FE4-01D1-0C50-B9E13A7AFF87}"/>
          </ac:picMkLst>
        </pc:picChg>
        <pc:picChg chg="add mod">
          <ac:chgData name="Barry O'Brien" userId="4455fb6e-96ee-4c3e-8b09-486224c2261d" providerId="ADAL" clId="{ADCC13FF-65CB-52DD-92AD-6A8B922F049B}" dt="2026-03-25T15:44:37.243" v="36" actId="14100"/>
          <ac:picMkLst>
            <pc:docMk/>
            <pc:sldMk cId="592953891" sldId="2145705877"/>
            <ac:picMk id="4" creationId="{F1F343CB-EB22-0037-6807-2176C23860DA}"/>
          </ac:picMkLst>
        </pc:picChg>
        <pc:picChg chg="del">
          <ac:chgData name="Barry O'Brien" userId="4455fb6e-96ee-4c3e-8b09-486224c2261d" providerId="ADAL" clId="{ADCC13FF-65CB-52DD-92AD-6A8B922F049B}" dt="2026-03-25T15:41:44.742" v="4" actId="478"/>
          <ac:picMkLst>
            <pc:docMk/>
            <pc:sldMk cId="592953891" sldId="2145705877"/>
            <ac:picMk id="9" creationId="{FBB9CC71-35FA-5741-861D-7FBDA95D4500}"/>
          </ac:picMkLst>
        </pc:picChg>
      </pc:sldChg>
      <pc:sldChg chg="addSp delSp modSp mod">
        <pc:chgData name="Barry O'Brien" userId="4455fb6e-96ee-4c3e-8b09-486224c2261d" providerId="ADAL" clId="{ADCC13FF-65CB-52DD-92AD-6A8B922F049B}" dt="2026-03-25T15:53:01.191" v="85" actId="1076"/>
        <pc:sldMkLst>
          <pc:docMk/>
          <pc:sldMk cId="1792217447" sldId="2145705964"/>
        </pc:sldMkLst>
        <pc:spChg chg="mod">
          <ac:chgData name="Barry O'Brien" userId="4455fb6e-96ee-4c3e-8b09-486224c2261d" providerId="ADAL" clId="{ADCC13FF-65CB-52DD-92AD-6A8B922F049B}" dt="2026-03-25T15:53:01.191" v="85" actId="1076"/>
          <ac:spMkLst>
            <pc:docMk/>
            <pc:sldMk cId="1792217447" sldId="2145705964"/>
            <ac:spMk id="6" creationId="{10409947-0A45-4F47-BEEF-8C91B0E4C7DC}"/>
          </ac:spMkLst>
        </pc:spChg>
        <pc:picChg chg="add mod">
          <ac:chgData name="Barry O'Brien" userId="4455fb6e-96ee-4c3e-8b09-486224c2261d" providerId="ADAL" clId="{ADCC13FF-65CB-52DD-92AD-6A8B922F049B}" dt="2026-03-25T15:47:55.773" v="80" actId="1076"/>
          <ac:picMkLst>
            <pc:docMk/>
            <pc:sldMk cId="1792217447" sldId="2145705964"/>
            <ac:picMk id="2" creationId="{56BA94E5-6C75-099F-3E10-ACEC1C30A937}"/>
          </ac:picMkLst>
        </pc:picChg>
        <pc:picChg chg="del">
          <ac:chgData name="Barry O'Brien" userId="4455fb6e-96ee-4c3e-8b09-486224c2261d" providerId="ADAL" clId="{ADCC13FF-65CB-52DD-92AD-6A8B922F049B}" dt="2026-03-25T15:47:42.337" v="77" actId="478"/>
          <ac:picMkLst>
            <pc:docMk/>
            <pc:sldMk cId="1792217447" sldId="2145705964"/>
            <ac:picMk id="5" creationId="{CB3D4247-BBE5-79EF-6C34-D16D594653D0}"/>
          </ac:picMkLst>
        </pc:picChg>
        <pc:picChg chg="mod">
          <ac:chgData name="Barry O'Brien" userId="4455fb6e-96ee-4c3e-8b09-486224c2261d" providerId="ADAL" clId="{ADCC13FF-65CB-52DD-92AD-6A8B922F049B}" dt="2026-03-25T15:52:57.506" v="84" actId="18131"/>
          <ac:picMkLst>
            <pc:docMk/>
            <pc:sldMk cId="1792217447" sldId="2145705964"/>
            <ac:picMk id="1028" creationId="{E297F44F-A7D4-5563-8D44-2FA09E469279}"/>
          </ac:picMkLst>
        </pc:picChg>
      </pc:sldChg>
      <pc:sldChg chg="addSp delSp modSp mod">
        <pc:chgData name="Barry O'Brien" userId="4455fb6e-96ee-4c3e-8b09-486224c2261d" providerId="ADAL" clId="{ADCC13FF-65CB-52DD-92AD-6A8B922F049B}" dt="2026-03-25T15:47:38.373" v="76"/>
        <pc:sldMkLst>
          <pc:docMk/>
          <pc:sldMk cId="1751273556" sldId="2145705965"/>
        </pc:sldMkLst>
        <pc:picChg chg="add mod">
          <ac:chgData name="Barry O'Brien" userId="4455fb6e-96ee-4c3e-8b09-486224c2261d" providerId="ADAL" clId="{ADCC13FF-65CB-52DD-92AD-6A8B922F049B}" dt="2026-03-25T15:47:38.373" v="76"/>
          <ac:picMkLst>
            <pc:docMk/>
            <pc:sldMk cId="1751273556" sldId="2145705965"/>
            <ac:picMk id="9" creationId="{72FEB0FD-EEA4-2A4E-A202-6304607BF2CF}"/>
          </ac:picMkLst>
        </pc:picChg>
        <pc:picChg chg="del">
          <ac:chgData name="Barry O'Brien" userId="4455fb6e-96ee-4c3e-8b09-486224c2261d" providerId="ADAL" clId="{ADCC13FF-65CB-52DD-92AD-6A8B922F049B}" dt="2026-03-25T15:47:38.208" v="75" actId="478"/>
          <ac:picMkLst>
            <pc:docMk/>
            <pc:sldMk cId="1751273556" sldId="2145705965"/>
            <ac:picMk id="27" creationId="{C3EC42D1-9FA3-2273-5079-98D3A88BE66D}"/>
          </ac:picMkLst>
        </pc:picChg>
      </pc:sldChg>
      <pc:sldChg chg="addSp delSp modSp mod">
        <pc:chgData name="Barry O'Brien" userId="4455fb6e-96ee-4c3e-8b09-486224c2261d" providerId="ADAL" clId="{ADCC13FF-65CB-52DD-92AD-6A8B922F049B}" dt="2026-03-26T13:16:10.308" v="103" actId="404"/>
        <pc:sldMkLst>
          <pc:docMk/>
          <pc:sldMk cId="1517932269" sldId="2145705973"/>
        </pc:sldMkLst>
        <pc:spChg chg="mod">
          <ac:chgData name="Barry O'Brien" userId="4455fb6e-96ee-4c3e-8b09-486224c2261d" providerId="ADAL" clId="{ADCC13FF-65CB-52DD-92AD-6A8B922F049B}" dt="2026-03-25T15:42:07.469" v="9" actId="113"/>
          <ac:spMkLst>
            <pc:docMk/>
            <pc:sldMk cId="1517932269" sldId="2145705973"/>
            <ac:spMk id="4" creationId="{37262D14-5639-F309-3509-DC3814D114B3}"/>
          </ac:spMkLst>
        </pc:spChg>
        <pc:spChg chg="mod">
          <ac:chgData name="Barry O'Brien" userId="4455fb6e-96ee-4c3e-8b09-486224c2261d" providerId="ADAL" clId="{ADCC13FF-65CB-52DD-92AD-6A8B922F049B}" dt="2026-03-26T13:16:10.308" v="103" actId="404"/>
          <ac:spMkLst>
            <pc:docMk/>
            <pc:sldMk cId="1517932269" sldId="2145705973"/>
            <ac:spMk id="7" creationId="{9A18F0CB-F60E-890A-E39C-E167D5E448D8}"/>
          </ac:spMkLst>
        </pc:spChg>
        <pc:picChg chg="add mod">
          <ac:chgData name="Barry O'Brien" userId="4455fb6e-96ee-4c3e-8b09-486224c2261d" providerId="ADAL" clId="{ADCC13FF-65CB-52DD-92AD-6A8B922F049B}" dt="2026-03-25T15:41:58.637" v="7"/>
          <ac:picMkLst>
            <pc:docMk/>
            <pc:sldMk cId="1517932269" sldId="2145705973"/>
            <ac:picMk id="2" creationId="{2DE16EC2-3C2D-1019-93CA-E421E416FBAE}"/>
          </ac:picMkLst>
        </pc:picChg>
        <pc:picChg chg="del">
          <ac:chgData name="Barry O'Brien" userId="4455fb6e-96ee-4c3e-8b09-486224c2261d" providerId="ADAL" clId="{ADCC13FF-65CB-52DD-92AD-6A8B922F049B}" dt="2026-03-25T15:41:58.511" v="6" actId="478"/>
          <ac:picMkLst>
            <pc:docMk/>
            <pc:sldMk cId="1517932269" sldId="2145705973"/>
            <ac:picMk id="18" creationId="{AB6A74B0-F14C-8B0C-CC26-AA4715399A9E}"/>
          </ac:picMkLst>
        </pc:picChg>
      </pc:sldChg>
      <pc:sldChg chg="addSp delSp modSp add mod ord">
        <pc:chgData name="Barry O'Brien" userId="4455fb6e-96ee-4c3e-8b09-486224c2261d" providerId="ADAL" clId="{ADCC13FF-65CB-52DD-92AD-6A8B922F049B}" dt="2026-03-25T15:58:42.267" v="98" actId="20577"/>
        <pc:sldMkLst>
          <pc:docMk/>
          <pc:sldMk cId="923071347" sldId="2145705974"/>
        </pc:sldMkLst>
        <pc:spChg chg="mod">
          <ac:chgData name="Barry O'Brien" userId="4455fb6e-96ee-4c3e-8b09-486224c2261d" providerId="ADAL" clId="{ADCC13FF-65CB-52DD-92AD-6A8B922F049B}" dt="2026-03-25T15:47:15.902" v="74" actId="20577"/>
          <ac:spMkLst>
            <pc:docMk/>
            <pc:sldMk cId="923071347" sldId="2145705974"/>
            <ac:spMk id="2" creationId="{06E44CBB-0B4C-1E8F-F52C-C1FE30F8761A}"/>
          </ac:spMkLst>
        </pc:spChg>
        <pc:spChg chg="mod">
          <ac:chgData name="Barry O'Brien" userId="4455fb6e-96ee-4c3e-8b09-486224c2261d" providerId="ADAL" clId="{ADCC13FF-65CB-52DD-92AD-6A8B922F049B}" dt="2026-03-25T15:58:42.267" v="98" actId="20577"/>
          <ac:spMkLst>
            <pc:docMk/>
            <pc:sldMk cId="923071347" sldId="2145705974"/>
            <ac:spMk id="20" creationId="{13F1D7D1-F6C9-1741-B9A5-EEC2014B9A01}"/>
          </ac:spMkLst>
        </pc:spChg>
        <pc:picChg chg="mod">
          <ac:chgData name="Barry O'Brien" userId="4455fb6e-96ee-4c3e-8b09-486224c2261d" providerId="ADAL" clId="{ADCC13FF-65CB-52DD-92AD-6A8B922F049B}" dt="2026-03-25T15:46:51.022" v="47" actId="1076"/>
          <ac:picMkLst>
            <pc:docMk/>
            <pc:sldMk cId="923071347" sldId="2145705974"/>
            <ac:picMk id="8" creationId="{8DF08FE6-675D-D8E0-94DE-B7E2355D2660}"/>
          </ac:picMkLst>
        </pc:picChg>
        <pc:picChg chg="del">
          <ac:chgData name="Barry O'Brien" userId="4455fb6e-96ee-4c3e-8b09-486224c2261d" providerId="ADAL" clId="{ADCC13FF-65CB-52DD-92AD-6A8B922F049B}" dt="2026-03-25T15:46:31.728" v="39" actId="478"/>
          <ac:picMkLst>
            <pc:docMk/>
            <pc:sldMk cId="923071347" sldId="2145705974"/>
            <ac:picMk id="9" creationId="{FBB9CC71-35FA-5741-861D-7FBDA95D4500}"/>
          </ac:picMkLst>
        </pc:picChg>
        <pc:picChg chg="mod">
          <ac:chgData name="Barry O'Brien" userId="4455fb6e-96ee-4c3e-8b09-486224c2261d" providerId="ADAL" clId="{ADCC13FF-65CB-52DD-92AD-6A8B922F049B}" dt="2026-03-25T15:46:51.022" v="47" actId="1076"/>
          <ac:picMkLst>
            <pc:docMk/>
            <pc:sldMk cId="923071347" sldId="2145705974"/>
            <ac:picMk id="10" creationId="{AAA4F421-708A-AF24-73EF-708FD619CEB3}"/>
          </ac:picMkLst>
        </pc:picChg>
        <pc:picChg chg="mod">
          <ac:chgData name="Barry O'Brien" userId="4455fb6e-96ee-4c3e-8b09-486224c2261d" providerId="ADAL" clId="{ADCC13FF-65CB-52DD-92AD-6A8B922F049B}" dt="2026-03-25T15:46:51.022" v="47" actId="1076"/>
          <ac:picMkLst>
            <pc:docMk/>
            <pc:sldMk cId="923071347" sldId="2145705974"/>
            <ac:picMk id="11" creationId="{23C7266A-68C3-7DB5-30CC-6C442C7AA6FA}"/>
          </ac:picMkLst>
        </pc:picChg>
        <pc:picChg chg="add mod">
          <ac:chgData name="Barry O'Brien" userId="4455fb6e-96ee-4c3e-8b09-486224c2261d" providerId="ADAL" clId="{ADCC13FF-65CB-52DD-92AD-6A8B922F049B}" dt="2026-03-25T15:46:41.154" v="42" actId="1076"/>
          <ac:picMkLst>
            <pc:docMk/>
            <pc:sldMk cId="923071347" sldId="2145705974"/>
            <ac:picMk id="13" creationId="{240065E5-2217-D606-9C24-0A3C32BF4C07}"/>
          </ac:picMkLst>
        </pc:picChg>
        <pc:picChg chg="del">
          <ac:chgData name="Barry O'Brien" userId="4455fb6e-96ee-4c3e-8b09-486224c2261d" providerId="ADAL" clId="{ADCC13FF-65CB-52DD-92AD-6A8B922F049B}" dt="2026-03-25T15:46:52.693" v="48" actId="478"/>
          <ac:picMkLst>
            <pc:docMk/>
            <pc:sldMk cId="923071347" sldId="2145705974"/>
            <ac:picMk id="14" creationId="{60B8C1F6-C3E2-EEE5-563B-F4F54D9F6CB5}"/>
          </ac:picMkLst>
        </pc:picChg>
        <pc:picChg chg="add mod">
          <ac:chgData name="Barry O'Brien" userId="4455fb6e-96ee-4c3e-8b09-486224c2261d" providerId="ADAL" clId="{ADCC13FF-65CB-52DD-92AD-6A8B922F049B}" dt="2026-03-25T15:47:01.118" v="51" actId="14100"/>
          <ac:picMkLst>
            <pc:docMk/>
            <pc:sldMk cId="923071347" sldId="2145705974"/>
            <ac:picMk id="15" creationId="{508C708F-7C19-2806-8CFE-19A652706439}"/>
          </ac:picMkLst>
        </pc:picChg>
      </pc:sldChg>
      <pc:sldChg chg="del">
        <pc:chgData name="Barry O'Brien" userId="4455fb6e-96ee-4c3e-8b09-486224c2261d" providerId="ADAL" clId="{ADCC13FF-65CB-52DD-92AD-6A8B922F049B}" dt="2026-03-25T15:43:06.280" v="24" actId="2696"/>
        <pc:sldMkLst>
          <pc:docMk/>
          <pc:sldMk cId="771311208" sldId="2145705980"/>
        </pc:sldMkLst>
      </pc:sldChg>
      <pc:sldChg chg="addSp delSp modSp del mod">
        <pc:chgData name="Barry O'Brien" userId="4455fb6e-96ee-4c3e-8b09-486224c2261d" providerId="ADAL" clId="{ADCC13FF-65CB-52DD-92AD-6A8B922F049B}" dt="2026-03-25T15:42:21.554" v="12" actId="2696"/>
        <pc:sldMkLst>
          <pc:docMk/>
          <pc:sldMk cId="2175312686" sldId="2145705981"/>
        </pc:sldMkLst>
        <pc:picChg chg="add mod">
          <ac:chgData name="Barry O'Brien" userId="4455fb6e-96ee-4c3e-8b09-486224c2261d" providerId="ADAL" clId="{ADCC13FF-65CB-52DD-92AD-6A8B922F049B}" dt="2026-03-25T15:42:16.713" v="11"/>
          <ac:picMkLst>
            <pc:docMk/>
            <pc:sldMk cId="2175312686" sldId="2145705981"/>
            <ac:picMk id="2" creationId="{FCABB7EC-ACE7-BE3B-CE4F-C65F5847136D}"/>
          </ac:picMkLst>
        </pc:picChg>
        <pc:picChg chg="del">
          <ac:chgData name="Barry O'Brien" userId="4455fb6e-96ee-4c3e-8b09-486224c2261d" providerId="ADAL" clId="{ADCC13FF-65CB-52DD-92AD-6A8B922F049B}" dt="2026-03-25T15:42:16.523" v="10" actId="478"/>
          <ac:picMkLst>
            <pc:docMk/>
            <pc:sldMk cId="2175312686" sldId="2145705981"/>
            <ac:picMk id="18" creationId="{AB6A74B0-F14C-8B0C-CC26-AA4715399A9E}"/>
          </ac:picMkLst>
        </pc:picChg>
      </pc:sldChg>
      <pc:sldChg chg="add">
        <pc:chgData name="Barry O'Brien" userId="4455fb6e-96ee-4c3e-8b09-486224c2261d" providerId="ADAL" clId="{ADCC13FF-65CB-52DD-92AD-6A8B922F049B}" dt="2026-03-25T15:43:29.303" v="27"/>
        <pc:sldMkLst>
          <pc:docMk/>
          <pc:sldMk cId="1604195850" sldId="21474834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80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PLANET_FRONT_PAGE</a:t>
            </a:r>
          </a:p>
          <a:p>
            <a:r>
              <a:t>STATIC_PLACEMENT: FIRST</a:t>
            </a:r>
          </a:p>
          <a:p>
            <a:r>
              <a:t>STATIC_TAG: STATIC_01_PLANET_FRONT_PAGE</a:t>
            </a:r>
          </a:p>
          <a:p>
            <a:r>
              <a:t>MUTATION_POLICY: PRESERVE_VISIBLE_CONTENT_AND_GEOMETRY</a:t>
            </a:r>
          </a:p>
          <a:p>
            <a:r>
              <a:t>SECONDARY_TEXT: Cybersecurity Tabletop Scenario</a:t>
            </a:r>
          </a:p>
          <a:p>
            <a:r>
              <a:t>TABLETOP_TEMPLATE_DECK: planet_it_tabletop_template.pptx</a:t>
            </a:r>
          </a:p>
          <a:p>
            <a:r>
              <a:t>TABLETOP_PRESENTATION_PROFILE: standard</a:t>
            </a:r>
          </a:p>
          <a:p>
            <a:r>
              <a:t>TEMPLATE_SCOPE: TABLETOP_ONLY</a:t>
            </a:r>
          </a:p>
          <a:p>
            <a:r>
              <a:t>PROFILE_CONTROL: ENV_ONLY</a:t>
            </a:r>
          </a:p>
          <a:p>
            <a:r>
              <a:t>DETAILED_OVERFLOW_POLICY: STRICT</a:t>
            </a:r>
          </a:p>
          <a:p>
            <a:r>
              <a:t>DETAILED_MAX_BULLETS_PER_SECTION: 3</a:t>
            </a:r>
          </a:p>
          <a:p>
            <a:r>
              <a:t>STANDARD_PROFILE: INJECT=NARRATIVE_PLUS_KEY_QUESTIONS;PROBES=NOTES_ONLY</a:t>
            </a:r>
          </a:p>
          <a:p>
            <a:r>
              <a:t>DETAILED_PROFILE: COMPACT_PROBES_WHEN_FIT;FULL_DETAIL=NOTES</a:t>
            </a:r>
          </a:p>
          <a:p>
            <a:r>
              <a:t>FOOTER_TEXT: Confidential – Planet IT</a:t>
            </a:r>
          </a:p>
          <a:p>
            <a:r>
              <a:t>THEME_FONT: Calibri (Segoe UI-compatible fallback)</a:t>
            </a:r>
          </a:p>
          <a:p>
            <a:r>
              <a:t>THEME_COLORS: NAVY=23506A;BODY=323232;LIGHT=ECEFF1;AMBER=FB8C00;RED=C62828;GREEN=2E7D32</a:t>
            </a:r>
          </a:p>
          <a:p>
            <a:r>
              <a:t>LAYOUT_MAP: 0=Title;1=Title &amp; Content;2=Section Header;3=Two Content;4=Blank;5=Maturity Overview;6=Scenario Title;7=Inject;8=Priority Actions</a:t>
            </a:r>
          </a:p>
          <a:p>
            <a:r>
              <a:t>STATIC_UNIQUENESS: EXACTLY_ONE_FRONT_AND_ONE_WRAP</a:t>
            </a:r>
          </a:p>
          <a:p>
            <a:endParaRPr lang="en-GB"/>
          </a:p>
          <a:p>
            <a:r>
              <a:rPr lang="en-GB"/>
              <a:t>FORMAT_CONTRACT: PLANET_IT_TABLETOP_V2</a:t>
            </a:r>
          </a:p>
          <a:p>
            <a:r>
              <a:rPr lang="en-GB"/>
              <a:t>FORMAT_SCOPE: GENERATED_SLIDES_ONLY</a:t>
            </a:r>
          </a:p>
          <a:p>
            <a:r>
              <a:rPr lang="en-GB"/>
              <a:t>RULE: Remove the initial empty paragraph before writing any placeholder content.</a:t>
            </a:r>
          </a:p>
          <a:p>
            <a:r>
              <a:rPr lang="en-GB"/>
              <a:t>RULE: Never prefix paragraph text with a literal bullet glyph. Apply bullet properties separately.</a:t>
            </a:r>
          </a:p>
          <a:p>
            <a:r>
              <a:rPr lang="en-GB"/>
              <a:t>RULE: Set fonts and paragraph formatting explicitly; do not rely on python-pptx inherited values.</a:t>
            </a:r>
          </a:p>
          <a:p>
            <a:r>
              <a:rPr lang="en-GB"/>
              <a:t>TITLE: Calibri Bold, 36 pt, #23506A; allow two lines; do not shrink below 30 pt.</a:t>
            </a:r>
          </a:p>
          <a:p>
            <a:r>
              <a:rPr lang="en-GB"/>
              <a:t>BODY: Calibri, 14 pt, #323232; 1.15 line spacing; 6 pt space after.</a:t>
            </a:r>
          </a:p>
          <a:p>
            <a:r>
              <a:rPr lang="en-GB"/>
              <a:t>SECTION_LABEL: Calibri Bold, 15 pt, #23506A; no bullet; 10 pt before and 4 pt after.</a:t>
            </a:r>
          </a:p>
          <a:p>
            <a:r>
              <a:rPr lang="en-GB"/>
              <a:t>AGENDA: follow DYNAMIC_AGENDA_CONTRACT; never place unrestricted LLM prose into the Content placeholder.</a:t>
            </a:r>
          </a:p>
          <a:p>
            <a:r>
              <a:rPr lang="en-GB"/>
              <a:t>SCENARIO_TITLE: layout=6 Scenario Title;Title=Scenario {1-based ordinal};Subtitle={scenario.title};one slide before the first inject of every scenario.</a:t>
            </a:r>
          </a:p>
          <a:p>
            <a:r>
              <a:rPr lang="en-GB"/>
              <a:t>INJECT: follow DYNAMIC_INJECT_PAIR_CONTRACT; generate one A evidence slide and one B questions slide for every included logical inject.</a:t>
            </a:r>
          </a:p>
          <a:p>
            <a:r>
              <a:rPr lang="en-GB"/>
              <a:t>PRIORITY_ACTIONS: each action is 14 pt; owner/timing/evidence is 12.5 pt; maximum 6 actions.</a:t>
            </a:r>
          </a:p>
          <a:p>
            <a:r>
              <a:rPr lang="en-GB"/>
              <a:t>DETAILED: maximum 3 bullets per probing section; strict overflow failure remains mandatory.</a:t>
            </a:r>
          </a:p>
          <a:p>
            <a:r>
              <a:rPr lang="en-GB"/>
              <a:t>FOOTER: Explicitly enable/populate Confidential – Planet IT and the slide number on every generated slide.</a:t>
            </a:r>
          </a:p>
          <a:p>
            <a:r>
              <a:rPr lang="en-GB"/>
              <a:t>PROFILE: standard keeps all probes in notes; detailed adds compact probes only when the strict fit check passes.</a:t>
            </a:r>
          </a:p>
          <a:p>
            <a:endParaRPr lang="en-GB"/>
          </a:p>
          <a:p>
            <a:r>
              <a:rPr lang="en-GB"/>
              <a:t>STATIC_MANIFEST_ENTRY: PLANET_RULES_OF_ENGAGEMENT</a:t>
            </a:r>
          </a:p>
          <a:p>
            <a:r>
              <a:rPr lang="en-GB"/>
              <a:t>STATIC_TAG: STATIC_02_PLANET_RULES_OF_ENGAGEMENT</a:t>
            </a:r>
          </a:p>
          <a:p>
            <a:r>
              <a:rPr lang="en-GB"/>
              <a:t>STATIC_PLACEMENT: AFTER_FRONT_PAGE</a:t>
            </a:r>
          </a:p>
          <a:p>
            <a:r>
              <a:rPr lang="en-GB"/>
              <a:t>STATIC_REQUIREMENT: EXACTLY_ONE_COPY</a:t>
            </a:r>
          </a:p>
          <a:p>
            <a:endParaRPr lang="en-GB"/>
          </a:p>
          <a:p>
            <a:r>
              <a:rPr lang="en-GB"/>
              <a:t>STATIC_MANIFEST_ENTRY: PLANET_WHO_WE_ARE</a:t>
            </a:r>
          </a:p>
          <a:p>
            <a:r>
              <a:rPr lang="en-GB"/>
              <a:t>STATIC_TAG: STATIC_PLANET_WHO_WE_ARE</a:t>
            </a:r>
          </a:p>
          <a:p>
            <a:r>
              <a:rPr lang="en-GB"/>
              <a:t>STATIC_PLACEMENT: AFTER_FRONT_PAGE_BEFORE_RULES</a:t>
            </a:r>
          </a:p>
          <a:p>
            <a:r>
              <a:rPr lang="en-GB"/>
              <a:t>STATIC_REQUIREMENT: EXACTLY_ONE_COPY</a:t>
            </a:r>
          </a:p>
          <a:p>
            <a:endParaRPr lang="en-GB"/>
          </a:p>
          <a:p>
            <a:r>
              <a:rPr lang="en-GB"/>
              <a:t>LAYOUT_STYLE_CONTRACT: PLANET_IT_EDITORIAL_V1</a:t>
            </a:r>
          </a:p>
          <a:p>
            <a:r>
              <a:rPr lang="en-GB"/>
              <a:t>STYLE_SCOPE: ALL_NINE_GENERATION_LAYOUTS</a:t>
            </a:r>
          </a:p>
          <a:p>
            <a:r>
              <a:rPr lang="en-GB"/>
              <a:t>STYLE_FURNITURE: NAVY_LEFT_RAIL;AMBER_EYEBROW;LIGHT_GREY_RULES;FIXED_CONFIDENTIAL_FOOTER</a:t>
            </a:r>
          </a:p>
          <a:p>
            <a:r>
              <a:rPr lang="en-GB"/>
              <a:t>STYLE_TYPOGRAPHY: TITLE=CALIBRI_BOLD_34_TO_44_NAVY;BODY=CALIBRI_14_DARK;LABEL=CALIBRI_BOLD_15_NAVY;EYEBROW=CALIBRI_BOLD_11_AMBER</a:t>
            </a:r>
          </a:p>
          <a:p>
            <a:r>
              <a:rPr lang="en-GB"/>
              <a:t>STYLE_BACKGROUNDS: TITLE=WHITE;TITLE_CONTENT=WHITE;SECTION=LIGHT_GREY;TWO_CONTENT=WHITE;BLANK=WHITE;MATURITY=WHITE;SCENARIO=LIGHT_GREY;INJECT=WHITE;PRIORITY=WHITE</a:t>
            </a:r>
          </a:p>
          <a:p>
            <a:r>
              <a:rPr lang="en-GB"/>
              <a:t>GENERATOR_RULE: Preserve all PIGEN_* layout furniture and never cover the left rail, header rule, or footer zone.</a:t>
            </a:r>
          </a:p>
          <a:p>
            <a:r>
              <a:rPr lang="en-GB"/>
              <a:t>GENERATOR_RULE: The confidentiality label is fixed layout furniture; do not create a duplicate footer text shape.</a:t>
            </a:r>
          </a:p>
          <a:p>
            <a:r>
              <a:rPr lang="en-GB"/>
              <a:t>GENERATOR_RULE: Populate the existing slide-number placeholder at the right footer position.</a:t>
            </a:r>
          </a:p>
          <a:p>
            <a:r>
              <a:rPr lang="en-GB"/>
              <a:t>GENERATOR_RULE: Apply semantic paragraph styling from FORMAT_CONTRACT: PLANET_IT_TABLETOP_V2; layout defaults are fallback formatting only.</a:t>
            </a:r>
          </a:p>
          <a:p>
            <a:r>
              <a:rPr lang="en-GB"/>
              <a:t>GENERATOR_RULE: Keep content above y=6.80 inches and within the named placeholder geometry.</a:t>
            </a:r>
          </a:p>
          <a:p>
            <a:r>
              <a:rPr lang="en-GB"/>
              <a:t>GENERATOR_RULE: Blank remains available for custom compositions but retains the rail and footer brand furniture.</a:t>
            </a:r>
          </a:p>
          <a:p>
            <a:endParaRPr lang="en-GB"/>
          </a:p>
          <a:p>
            <a:r>
              <a:rPr lang="en-GB"/>
              <a:t>STATIC_WORKFLOW_CONTRACT: PLANET_IT_STATIC_V2</a:t>
            </a:r>
          </a:p>
          <a:p>
            <a:r>
              <a:rPr lang="en-GB"/>
              <a:t>STATIC_SOURCE_ORDER: PLANET_FRONT_PAGE;PLANET_WHO_WE_ARE;PLANET_RULES_OF_ENGAGEMENT;PLANET_ROLES_RESPONSIBILITIES;PLANET_HOW_EXERCISE_WORKS;PLANET_HOTWASH;PLANET_FOLLOW_UP_PROCESS;PLANET_WRAP_UP</a:t>
            </a:r>
          </a:p>
          <a:p>
            <a:r>
              <a:rPr lang="en-GB"/>
              <a:t>PRE_GENERATED_SEQUENCE: PLANET_FRONT_PAGE;PLANET_WHO_WE_ARE;PLANET_RULES_OF_ENGAGEMENT;PLANET_ROLES_RESPONSIBILITIES;PLANET_HOW_EXERCISE_WORKS</a:t>
            </a:r>
          </a:p>
          <a:p>
            <a:r>
              <a:rPr lang="en-GB"/>
              <a:t>POST_GENERATED_SEQUENCE: PLANET_HOTWASH;GENERATED_ACTION_REGISTER;PLANET_FOLLOW_UP_PROCESS;PLANET_WRAP_UP</a:t>
            </a:r>
          </a:p>
          <a:p>
            <a:r>
              <a:rPr lang="en-GB"/>
              <a:t>STATIC_UNIQUENESS: EXACTLY_ONE_COPY_OF_EACH_STATIC_KEY</a:t>
            </a:r>
          </a:p>
          <a:p>
            <a:r>
              <a:rPr lang="en-GB"/>
              <a:t>STATIC_TAG: STATIC_04_PLANET_ROLES_RESPONSIBILITIES</a:t>
            </a:r>
          </a:p>
          <a:p>
            <a:r>
              <a:rPr lang="en-GB"/>
              <a:t>STATIC_TAG: STATIC_05_PLANET_HOW_EXERCISE_WORKS</a:t>
            </a:r>
          </a:p>
          <a:p>
            <a:r>
              <a:rPr lang="en-GB"/>
              <a:t>STATIC_TAG: STATIC_06_PLANET_HOTWASH</a:t>
            </a:r>
          </a:p>
          <a:p>
            <a:r>
              <a:rPr lang="en-GB"/>
              <a:t>STATIC_TAG: STATIC_07_PLANET_FOLLOW_UP_PROCESS</a:t>
            </a:r>
          </a:p>
          <a:p>
            <a:r>
              <a:rPr lang="en-GB"/>
              <a:t>PAGE_NUMBER_POLICY: APPLICATION_RENUMBER_STATIC_AND_GENERATED_SLIDES_AFTER_ASSEMBLY</a:t>
            </a:r>
          </a:p>
          <a:p>
            <a:endParaRPr lang="en-GB"/>
          </a:p>
          <a:p>
            <a:endParaRPr lang="en-GB"/>
          </a:p>
          <a:p>
            <a:r>
              <a:rPr lang="en-GB"/>
              <a:t>DYNAMIC_AGENDA_CONTRACT: PLANET_IT_AGENDA_V2</a:t>
            </a:r>
          </a:p>
          <a:p>
            <a:r>
              <a:rPr lang="en-GB"/>
              <a:t>DYNAMIC_SLIDE_TYPE: AGENDA</a:t>
            </a:r>
          </a:p>
          <a:p>
            <a:r>
              <a:rPr lang="en-GB"/>
              <a:t>LAYOUT_INDEX: 1</a:t>
            </a:r>
          </a:p>
          <a:p>
            <a:r>
              <a:rPr lang="en-GB"/>
              <a:t>LAYOUT_NAME: Title &amp; Content</a:t>
            </a:r>
          </a:p>
          <a:p>
            <a:r>
              <a:rPr lang="en-GB"/>
              <a:t>FIELD_MAP: Title=Agenda;Content=participant-facing agenda labels only</a:t>
            </a:r>
          </a:p>
          <a:p>
            <a:r>
              <a:rPr lang="en-GB"/>
              <a:t>CONTENT_POLICY: Build from the final included exercise sequence after reserve filtering. List fixed bookends and scenario titles only. Never include objectives prose, scenario summaries, inject titles, inject descriptions, timings, facilitator instructions, speaker-note content or hidden scenario detail.</a:t>
            </a:r>
          </a:p>
          <a:p>
            <a:r>
              <a:rPr lang="en-GB"/>
              <a:t>SCENARIO_ITEM_FORMAT: Scenario {scenario_ordinal} — {participant-safe scenario title}</a:t>
            </a:r>
          </a:p>
          <a:p>
            <a:r>
              <a:rPr lang="en-GB"/>
              <a:t>BOOKEND_ITEMS: Briefing and objectives;Hotwash and priority actions</a:t>
            </a:r>
          </a:p>
          <a:p>
            <a:r>
              <a:rPr lang="en-GB"/>
              <a:t>WORD_LIMIT: Maximum 12 words or 72 characters per agenda item; shorten semantically before layout.</a:t>
            </a:r>
          </a:p>
          <a:p>
            <a:r>
              <a:rPr lang="en-GB"/>
              <a:t>CAPACITY: Maximum 8 agenda items per slide, excluding an optional single SECTION_LABEL. Maximum 9 visible paragraphs total.</a:t>
            </a:r>
          </a:p>
          <a:p>
            <a:r>
              <a:rPr lang="en-GB"/>
              <a:t>OVERFLOW_POLICY: If more than 8 items remain, generate consecutive continuation slides using the same layout. Title the first slide Agenda and later slides Agenda (continued). Repeat no items and preserve source order.</a:t>
            </a:r>
          </a:p>
          <a:p>
            <a:r>
              <a:rPr lang="en-GB"/>
              <a:t>TYPOGRAPHY: Optional SECTION_LABEL uses Calibri Bold 15 pt #23506A with no bullet. Agenda items use Calibri 13.5 pt #323232 with real bullet properties, 1.15 line spacing and 6 pt after. Never use literal bullet glyphs.</a:t>
            </a:r>
          </a:p>
          <a:p>
            <a:r>
              <a:rPr lang="en-GB"/>
              <a:t>GEOMETRY: Use the named Content placeholder at x=1.00,y=2.00,w=11.30,h=4.80 inches. Keep all content above y=6.80 inches.</a:t>
            </a:r>
          </a:p>
          <a:p>
            <a:r>
              <a:rPr lang="en-GB"/>
              <a:t>FIT_CHECK: Measure or render every populated agenda slide before export. Overflow, clipping, font size below 12 pt or content outside the placeholder is a hard failure. Resolve by shortening labels or adding a continuation slide; never solve overflow by shrinking below 12 pt.</a:t>
            </a:r>
          </a:p>
          <a:p>
            <a:r>
              <a:rPr lang="en-GB"/>
              <a:t>LLM_BOUNDARY: The LLM may propose labels only. Application code must enforce the word limit, capacity, continuation split, paragraph styling and fit check deterministically.</a:t>
            </a:r>
          </a:p>
          <a:p>
            <a:r>
              <a:rPr lang="en-GB"/>
              <a:t>VALIDATION: Agenda slides use layout 1; every visible agenda item maps to one included sequence item; no agenda slide exceeds capacity; no hidden or facilitator-only information appears.</a:t>
            </a:r>
          </a:p>
          <a:p>
            <a:endParaRPr lang="en-GB"/>
          </a:p>
          <a:p>
            <a:endParaRPr lang="en-GB"/>
          </a:p>
          <a:p>
            <a:r>
              <a:rPr lang="en-GB"/>
              <a:t>ASSEMBLY_PIPELINE_CONTRACT: PLANET_IT_ASSEMBLY_V3</a:t>
            </a:r>
          </a:p>
          <a:p>
            <a:r>
              <a:rPr lang="en-GB"/>
              <a:t>ROUTING_KEY: Use STATIC_KEY plus ASSEMBLY_STAGE; never infer output order from physical source-slide order or copy every static slide in one pass.</a:t>
            </a:r>
          </a:p>
          <a:p>
            <a:r>
              <a:rPr lang="en-GB"/>
              <a:t>STAGE_1_PRE_DYNAMIC: PLANET_FRONT_PAGE;PLANET_WHO_WE_ARE;PLANET_RULES_OF_ENGAGEMENT;PLANET_ROLES_RESPONSIBILITIES;PLANET_HOW_EXERCISE_WORKS</a:t>
            </a:r>
          </a:p>
          <a:p>
            <a:r>
              <a:rPr lang="en-GB"/>
              <a:t>STAGE_2_DYNAMIC: GENERATED_AGENDA_AND_OBJECTIVES;FOR_EACH_INCLUDED_SCENARIO=[SCENARIO_TITLE;INJECT_PAIRS_IN_SOURCE_ORDER]</a:t>
            </a:r>
          </a:p>
          <a:p>
            <a:r>
              <a:rPr lang="en-GB"/>
              <a:t>STAGE_3_POST_DYNAMIC: PLANET_HOTWASH;GENERATED_ACTION_REGISTER;PLANET_FOLLOW_UP_PROCESS</a:t>
            </a:r>
          </a:p>
          <a:p>
            <a:r>
              <a:rPr lang="en-GB"/>
              <a:t>STAGE_4_FINAL: PLANET_WRAP_UP</a:t>
            </a:r>
          </a:p>
          <a:p>
            <a:r>
              <a:rPr lang="en-GB"/>
              <a:t>INSERTION_ANCHOR: Insert all dynamic opening, scenario and inject slides after PLANET_HOW_EXERCISE_WORKS and before PLANET_HOTWASH.</a:t>
            </a:r>
          </a:p>
          <a:p>
            <a:r>
              <a:rPr lang="en-GB"/>
              <a:t>POST_DYNAMIC_RULE: Do not materialise PLANET_HOTWASH or PLANET_FOLLOW_UP_PROCESS during the pre-dynamic static-copy pass.</a:t>
            </a:r>
          </a:p>
          <a:p>
            <a:r>
              <a:rPr lang="en-GB"/>
              <a:t>WRAP_RULE: PLANET_WRAP_UP is materialised only after all post-dynamic content and remains last.</a:t>
            </a:r>
          </a:p>
          <a:p>
            <a:r>
              <a:rPr lang="en-GB"/>
              <a:t>ORDER_VALIDATION: index(PLANET_HOW_EXERCISE_WORKS) &lt; first(dynamic agenda/scenario/inject) &lt; last(dynamic scenario/inject) &lt; index(PLANET_HOTWASH) &lt; index(GENERATED_ACTION_REGISTER) &lt; index(PLANET_FOLLOW_UP_PROCESS) &lt; index(PLANET_WRAP_UP).</a:t>
            </a:r>
          </a:p>
          <a:p>
            <a:r>
              <a:rPr lang="en-GB"/>
              <a:t>FAILURE_POLICY: Missing anchors, duplicate static keys or any ordering violation are hard generation failures; never fall back to source-deck order.</a:t>
            </a:r>
          </a:p>
          <a:p>
            <a:endParaRPr lang="en-GB"/>
          </a:p>
          <a:p>
            <a:r>
              <a:rPr lang="en-GB"/>
              <a:t>DYNAMIC_INJECT_PAIR_CONTRACT: PLANET_IT_INJECT_PAIR_V1</a:t>
            </a:r>
          </a:p>
          <a:p>
            <a:r>
              <a:rPr lang="en-GB"/>
              <a:t>DYNAMIC_SLIDE_TYPE: INJECT_EVIDENCE_A;INJECT_QUESTIONS_B</a:t>
            </a:r>
          </a:p>
          <a:p>
            <a:r>
              <a:rPr lang="en-GB"/>
              <a:t>LAYOUT_INDEX: 7</a:t>
            </a:r>
          </a:p>
          <a:p>
            <a:r>
              <a:rPr lang="en-GB"/>
              <a:t>LAYOUT_NAME: Inject</a:t>
            </a:r>
          </a:p>
          <a:p>
            <a:r>
              <a:rPr lang="en-GB"/>
              <a:t>PAIR_POLICY: Every included logical inject produces exactly two adjacent slides in this order: {n}a then {n}b. Do not generate a single combined inject slide.</a:t>
            </a:r>
          </a:p>
          <a:p>
            <a:r>
              <a:rPr lang="en-GB"/>
              <a:t>NUMBERING_POLICY: Number logical injects contiguously from 1 within each scenario after reserve filtering. Both pair members share the same integer and use lowercase suffixes a and b.</a:t>
            </a:r>
          </a:p>
          <a:p>
            <a:r>
              <a:rPr lang="en-GB"/>
              <a:t>TITLE_A: Inject {inject_ordinal}a — {participant-safe inject title}</a:t>
            </a:r>
          </a:p>
          <a:p>
            <a:r>
              <a:rPr lang="en-GB"/>
              <a:t>TITLE_B: Inject {inject_ordinal}b — Questions for the room</a:t>
            </a:r>
          </a:p>
          <a:p>
            <a:r>
              <a:rPr lang="en-GB"/>
              <a:t>PLACEMENT_POLICY: After each Scenario Title, emit Inject 1a, Inject 1b, Inject 2a, Inject 2b and so on in source order before the next Scenario Title.</a:t>
            </a:r>
          </a:p>
          <a:p>
            <a:r>
              <a:rPr lang="en-GB"/>
              <a:t>FIELD_MAP: Title=formatted pair title;Content=evidence on A or questions on B</a:t>
            </a:r>
          </a:p>
          <a:p>
            <a:r>
              <a:rPr lang="en-GB"/>
              <a:t>A_CONTENT_POLICY: Show exactly one high-level participant-facing evidence object. Allowed evidence types are LOG_ENTRY, MOCK_EMAIL or IMPACTED_SYSTEM_IMAGE. Do not include room questions on A.</a:t>
            </a:r>
          </a:p>
          <a:p>
            <a:r>
              <a:rPr lang="en-GB"/>
              <a:t>A_LOG_LIMIT: Maximum 10 visible lines; maximum 80 characters per line; use Consolas 13–14 pt for evidence text; retain fuller technical detail in speaker notes.</a:t>
            </a:r>
          </a:p>
          <a:p>
            <a:r>
              <a:rPr lang="en-GB"/>
              <a:t>A_EMAIL_LIMIT: Maximum three header lines (From, To, Subject) plus a participant-safe body excerpt of no more than 90 words; body uses Calibri 14 pt.</a:t>
            </a:r>
          </a:p>
          <a:p>
            <a:r>
              <a:rPr lang="en-GB"/>
              <a:t>A_IMAGE_POLICY: Insert exactly one approved or generated image within the Content placeholder bounds x=1.00,y=2.00,w=11.30,h=4.80 inches. Preserve aspect ratio, crop to fit rather than stretch, and provide descriptive alt text. Do not overlay body copy on the image.</a:t>
            </a:r>
          </a:p>
          <a:p>
            <a:r>
              <a:rPr lang="en-GB"/>
              <a:t>B_CONTENT_POLICY: Show 3–5 concise decision-focused questions only; maximum 20 words per question; use real bullet properties at Calibri 13.5 pt with 1.15 line spacing and 6 pt after. Do not repeat the evidence narrative on B.</a:t>
            </a:r>
          </a:p>
          <a:p>
            <a:r>
              <a:rPr lang="en-GB"/>
              <a:t>NOTES_POLICY: Facilitator context, expected discussion, escalation cues, answer guidance, technical artefact detail and additional probes remain in speaker notes and never appear on A or B participant content.</a:t>
            </a:r>
          </a:p>
          <a:p>
            <a:r>
              <a:rPr lang="en-GB"/>
              <a:t>OVERFLOW_POLICY: Shorten participant-facing evidence or questions before layout. Move excess detail to notes. Never add a 1c slide, never combine A and B, and never shrink body text below 12 pt.</a:t>
            </a:r>
          </a:p>
          <a:p>
            <a:r>
              <a:rPr lang="en-GB"/>
              <a:t>FIT_CHECK: Measure or render both pair members before export. Overflow, clipping, content outside the named Content bounds, title below 30 pt or body below 12 pt is a hard failure.</a:t>
            </a:r>
          </a:p>
          <a:p>
            <a:r>
              <a:rPr lang="en-GB"/>
              <a:t>VALIDATION: Every included logical inject has one and only one A/B pair; A immediately precedes B; both use layout 7; no questions appear on A; no evidence is repeated on B; numbering is contiguous within each scenario.</a:t>
            </a:r>
          </a:p>
          <a:p>
            <a:endParaRPr lang="en-GB"/>
          </a:p>
          <a:p>
            <a:r>
              <a:rPr lang="en-GB"/>
              <a:t>DYNAMIC_SCENARIO_START_CONTRACT: PLANET_IT_SCENARIO_START_V1</a:t>
            </a:r>
          </a:p>
          <a:p>
            <a:r>
              <a:rPr lang="en-GB"/>
              <a:t>DYNAMIC_SLIDE_TYPE: SCENARIO_START</a:t>
            </a:r>
          </a:p>
          <a:p>
            <a:r>
              <a:rPr lang="en-GB"/>
              <a:t>LAYOUT_INDEX: 6</a:t>
            </a:r>
          </a:p>
          <a:p>
            <a:r>
              <a:rPr lang="en-GB"/>
              <a:t>LAYOUT_NAME: Scenario Title</a:t>
            </a:r>
          </a:p>
          <a:p>
            <a:r>
              <a:rPr lang="en-GB"/>
              <a:t>FIELD_MAP: Title=Scenario {scenario_ordinal};Subtitle={scenario.title}</a:t>
            </a:r>
          </a:p>
          <a:p>
            <a:r>
              <a:rPr lang="en-GB"/>
              <a:t>NUMBERING_POLICY: Use the scenario array position after reserve filtering; 1-based; contiguous; never reuse or skip a number.</a:t>
            </a:r>
          </a:p>
          <a:p>
            <a:r>
              <a:rPr lang="en-GB"/>
              <a:t>PLACEMENT_POLICY: Generate exactly one Scenario Title slide immediately before the first participant-facing slide of each scenario.</a:t>
            </a:r>
          </a:p>
          <a:p>
            <a:r>
              <a:rPr lang="en-GB"/>
              <a:t>MULTI_SCENARIO_POLICY: Repeat Scenario Title for every included scenario; do not generate it for reserve-only scenarios.</a:t>
            </a:r>
          </a:p>
          <a:p>
            <a:r>
              <a:rPr lang="en-GB"/>
              <a:t>CONTENT_POLICY: Show only scenario number and participant-safe scenario title; do not disclose theme, initial vector, root cause, attacker information or facilitator context.</a:t>
            </a:r>
          </a:p>
          <a:p>
            <a:r>
              <a:rPr lang="en-GB"/>
              <a:t>STATIC_CLASSIFICATION: DYNAMIC_REPEATABLE_LAYOUT_NOT_STATIC</a:t>
            </a:r>
          </a:p>
          <a:p>
            <a:r>
              <a:rPr lang="en-GB"/>
              <a:t>SOURCE_SLIDE_POLICY: No scenario-start specimen slide remains in the template; generate from layout 6 only.</a:t>
            </a:r>
          </a:p>
          <a:p>
            <a:r>
              <a:rPr lang="en-GB"/>
              <a:t>VALIDATION: Every included scenario begins with exactly one layout-6 Scenario Title slide and is followed by at least one scenario-content slide.</a:t>
            </a:r>
          </a:p>
          <a:p>
            <a:r>
              <a:rPr lang="en-GB"/>
              <a:t>ASSEMBLY_STAGE: PRE_DYNAMIC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APPLICATION_DIRECTIVE: STATIC_INCLUDE_ALWAYS</a:t>
            </a:r>
          </a:p>
          <a:p>
            <a:r>
              <a:rPr dirty="0"/>
              <a:t>STATIC_KEY: PLANET_WHO_WE_ARE</a:t>
            </a:r>
          </a:p>
          <a:p>
            <a:r>
              <a:rPr dirty="0"/>
              <a:t>STATIC_PLACEMENT: AFTER_FRONT_PAGE_BEFORE_RULES</a:t>
            </a:r>
          </a:p>
          <a:p>
            <a:r>
              <a:rPr dirty="0"/>
              <a:t>STATIC_ORDER: 2</a:t>
            </a:r>
          </a:p>
          <a:p>
            <a:r>
              <a:rPr dirty="0"/>
              <a:t>STATIC_TAG: STATIC_PLANET_WHO_WE_ARE</a:t>
            </a:r>
          </a:p>
          <a:p>
            <a:r>
              <a:rPr dirty="0"/>
              <a:t>MUTATION_POLICY: REPLACE_PLACEHOLDER_TEXT_ONLY</a:t>
            </a:r>
          </a:p>
          <a:p>
            <a:r>
              <a:rPr dirty="0"/>
              <a:t>REQUIREMENT: EXACTLY_ONE_COPY</a:t>
            </a:r>
          </a:p>
          <a:p>
            <a:r>
              <a:rPr dirty="0"/>
              <a:t>CONTENT_POLICY: Do not invent personal facts. Replace every {{ ... }} field only with approved profile information.</a:t>
            </a:r>
          </a:p>
          <a:p>
            <a:r>
              <a:rPr dirty="0"/>
              <a:t>APPLICATION_ROUTING: Copy this static slide after PLANET_FRONT_PAGE and before PLANET_RULES_OF_ENGAGEMENT.</a:t>
            </a:r>
          </a:p>
          <a:p>
            <a:r>
              <a:rPr lang="en-GB"/>
              <a:t>ASSEMBLY_STAGE: PRE_DYNAMIC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PLANET_RULES_OF_ENGAGEMENT</a:t>
            </a:r>
          </a:p>
          <a:p>
            <a:r>
              <a:t>STATIC_PLACEMENT: AFTER_</a:t>
            </a:r>
            <a:r>
              <a:rPr lang="en-GB"/>
              <a:t>WHO_WE_ARE_BEFORE</a:t>
            </a:r>
            <a:r>
              <a:t>_</a:t>
            </a:r>
            <a:r>
              <a:rPr lang="en-GB"/>
              <a:t>ROLES</a:t>
            </a:r>
            <a:endParaRPr/>
          </a:p>
          <a:p>
            <a:r>
              <a:t>STATIC_ORDER: </a:t>
            </a:r>
            <a:r>
              <a:rPr lang="en-GB"/>
              <a:t>3</a:t>
            </a:r>
            <a:endParaRPr/>
          </a:p>
          <a:p>
            <a:r>
              <a:t>STATIC_TAG: STATIC_02_PLANET_RULES_OF_ENGAGEMENT</a:t>
            </a:r>
          </a:p>
          <a:p>
            <a:r>
              <a:t>MUTATION_POLICY: PRESERVE_VISIBLE_CONTENT_AND_GEOMETRY</a:t>
            </a:r>
          </a:p>
          <a:p>
            <a:r>
              <a:t>REQUIREMENT: EXACTLY_ONE_COPY</a:t>
            </a:r>
          </a:p>
          <a:p>
            <a:r>
              <a:t>SECONDARY_TEXT: </a:t>
            </a:r>
            <a:r>
              <a:rPr lang="en-GB"/>
              <a:t>No-fault learning, current capabilities, assumptions</a:t>
            </a:r>
            <a:r>
              <a:t>, </a:t>
            </a:r>
            <a:r>
              <a:rPr lang="en-GB"/>
              <a:t>scenario </a:t>
            </a:r>
            <a:r>
              <a:t>boundaries, </a:t>
            </a:r>
            <a:r>
              <a:rPr lang="en-GB"/>
              <a:t>gap capture </a:t>
            </a:r>
            <a:r>
              <a:t>and </a:t>
            </a:r>
            <a:r>
              <a:rPr lang="en-GB"/>
              <a:t>session goals</a:t>
            </a:r>
            <a:endParaRPr/>
          </a:p>
          <a:p>
            <a:r>
              <a:t>APPLICATION_ROUTING: Copy after PLANET_</a:t>
            </a:r>
            <a:r>
              <a:rPr lang="en-GB"/>
              <a:t>WHO_WE</a:t>
            </a:r>
            <a:r>
              <a:t>_</a:t>
            </a:r>
            <a:r>
              <a:rPr lang="en-GB"/>
              <a:t>ARE </a:t>
            </a:r>
            <a:r>
              <a:t>and before </a:t>
            </a:r>
            <a:r>
              <a:rPr lang="en-GB"/>
              <a:t>PLANET_ROLES_RESPONSIBILITIES</a:t>
            </a:r>
            <a:r>
              <a:t>.</a:t>
            </a:r>
          </a:p>
          <a:p>
            <a:r>
              <a:rPr lang="en-GB"/>
              <a:t>ASSEMBLY_STAGE: PRE_DYNAMIC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PLANET_ROLES_RESPONSIBILITIES</a:t>
            </a:r>
          </a:p>
          <a:p>
            <a:r>
              <a:t>STATIC_PLACEMENT: AFTER_RULES_BEFORE_HOW_IT_WORKS</a:t>
            </a:r>
          </a:p>
          <a:p>
            <a:r>
              <a:t>STATIC_ORDER: 4</a:t>
            </a:r>
          </a:p>
          <a:p>
            <a:r>
              <a:t>STATIC_TAG: STATIC_04_PLANET_ROLES_RESPONSIBILITIES</a:t>
            </a:r>
          </a:p>
          <a:p>
            <a:r>
              <a:t>MUTATION_POLICY: PRESERVE_VISIBLE_CONTENT_AND_GEOMETRY</a:t>
            </a:r>
          </a:p>
          <a:p>
            <a:r>
              <a:t>REQUIREMENT: EXACTLY_ONE_COPY</a:t>
            </a:r>
          </a:p>
          <a:p>
            <a:r>
              <a:t>APPLICATION_ROUTING: Copy after PLANET_RULES_OF_ENGAGEMENT and before PLANET_HOW_EXERCISE_WORKS.</a:t>
            </a:r>
          </a:p>
          <a:p>
            <a:r>
              <a:rPr lang="en-GB"/>
              <a:t>ASSEMBLY_STAGE: PRE_DYNAMIC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PLANET_HOW_EXERCISE_WORKS</a:t>
            </a:r>
          </a:p>
          <a:p>
            <a:r>
              <a:t>STATIC_PLACEMENT: LAST_BRIEFING_SLIDE_BEFORE_GENERATED_CONTENT</a:t>
            </a:r>
          </a:p>
          <a:p>
            <a:r>
              <a:t>STATIC_ORDER: 5</a:t>
            </a:r>
          </a:p>
          <a:p>
            <a:r>
              <a:t>STATIC_TAG: STATIC_05_PLANET_HOW_EXERCISE_WORKS</a:t>
            </a:r>
          </a:p>
          <a:p>
            <a:r>
              <a:t>MUTATION_POLICY: PRESERVE_VISIBLE_CONTENT_AND_GEOMETRY</a:t>
            </a:r>
          </a:p>
          <a:p>
            <a:r>
              <a:t>REQUIREMENT: EXACTLY_ONE_COPY</a:t>
            </a:r>
          </a:p>
          <a:p>
            <a:r>
              <a:t>APPLICATION_ROUTING: Copy after PLANET_ROLES_RESPONSIBILITIES and immediately before the first generated scenario or inject slide.</a:t>
            </a:r>
          </a:p>
          <a:p>
            <a:r>
              <a:rPr lang="en-GB"/>
              <a:t>ASSEMBLY_STAGE: PRE_DYNAMIC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PLANET_HOTWASH</a:t>
            </a:r>
          </a:p>
          <a:p>
            <a:r>
              <a:t>STATIC_PLACEMENT: AFTER_GENERATED_EXERCISE_CONTENT_BEFORE_ACTION_REGISTER</a:t>
            </a:r>
          </a:p>
          <a:p>
            <a:r>
              <a:t>STATIC_ORDER: POST_EXERCISE_1</a:t>
            </a:r>
          </a:p>
          <a:p>
            <a:r>
              <a:t>STATIC_TAG: STATIC_06_PLANET_HOTWASH</a:t>
            </a:r>
          </a:p>
          <a:p>
            <a:r>
              <a:t>MUTATION_POLICY: PRESERVE_VISIBLE_CONTENT_AND_GEOMETRY</a:t>
            </a:r>
          </a:p>
          <a:p>
            <a:r>
              <a:t>REQUIREMENT: EXACTLY_ONE_COPY</a:t>
            </a:r>
          </a:p>
          <a:p>
            <a:r>
              <a:t>APPLICATION_ROUTING: Copy after the final generated inject or scenario content and before the generated Action Register / Priority Actions slide.</a:t>
            </a:r>
          </a:p>
          <a:p>
            <a:r>
              <a:rPr lang="en-GB"/>
              <a:t>ASSEMBLY_STAGE: POST_DYNAMIC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PLANET_FOLLOW_UP_PROCESS</a:t>
            </a:r>
          </a:p>
          <a:p>
            <a:r>
              <a:t>STATIC_PLACEMENT: AFTER_ACTION_REGISTER_BEFORE_WRAP_UP</a:t>
            </a:r>
          </a:p>
          <a:p>
            <a:r>
              <a:t>STATIC_ORDER: POST_EXERCISE_2</a:t>
            </a:r>
          </a:p>
          <a:p>
            <a:r>
              <a:t>STATIC_TAG: STATIC_07_PLANET_FOLLOW_UP_PROCESS</a:t>
            </a:r>
          </a:p>
          <a:p>
            <a:r>
              <a:t>MUTATION_POLICY: PRESERVE_VISIBLE_CONTENT_AND_GEOMETRY</a:t>
            </a:r>
          </a:p>
          <a:p>
            <a:r>
              <a:t>REQUIREMENT: EXACTLY_ONE_COPY</a:t>
            </a:r>
          </a:p>
          <a:p>
            <a:r>
              <a:t>APPLICATION_ROUTING: Copy after the generated Action Register / Priority Actions slide and immediately before PLANET_WRAP_UP.</a:t>
            </a:r>
          </a:p>
          <a:p>
            <a:r>
              <a:rPr lang="en-GB"/>
              <a:t>ASSEMBLY_STAGE: POST_DYNAMIC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APPLICATION_DIRECTIVE: STATIC_INCLUDE_ALWAYS</a:t>
            </a:r>
          </a:p>
          <a:p>
            <a:r>
              <a:t>STATIC_KEY: PLANET_WRAP_UP</a:t>
            </a:r>
          </a:p>
          <a:p>
            <a:r>
              <a:t>STATIC_PLACEMENT: LAST</a:t>
            </a:r>
          </a:p>
          <a:p>
            <a:r>
              <a:t>STATIC_TAG: STATIC_03_PLANET_WRAP_UP</a:t>
            </a:r>
          </a:p>
          <a:p>
            <a:r>
              <a:t>MUTATION_POLICY: PRESERVE_VISIBLE_CONTENT_AND_GEOMETRY</a:t>
            </a:r>
          </a:p>
          <a:p>
            <a:r>
              <a:t>SECONDARY_TEXT: ONE TEAM MAKING YOUR IT MORE EFFICIENT</a:t>
            </a:r>
          </a:p>
          <a:p>
            <a:r>
              <a:t>REQUIREMENT: NO_CONTENT_AFTER_THIS_SLIDE</a:t>
            </a:r>
          </a:p>
          <a:p>
            <a:r>
              <a:rPr lang="en-GB"/>
              <a:t>ASSEMBLY_STAGE: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p:bg>
      <p:bgPr>
        <a:solidFill>
          <a:srgbClr val="FFFFFF"/>
        </a:solidFill>
        <a:effectLst/>
      </p:bgPr>
    </p:bg>
    <p:spTree>
      <p:nvGrpSpPr>
        <p:cNvPr id="1" name=""/>
        <p:cNvGrpSpPr/>
        <p:nvPr/>
      </p:nvGrpSpPr>
      <p:grpSpPr>
        <a:xfrm>
          <a:off x="0" y="0"/>
          <a:ext cx="0" cy="0"/>
          <a:chOff x="0" y="0"/>
          <a:chExt cx="0" cy="0"/>
        </a:xfrm>
      </p:grpSpPr>
      <p:sp>
        <p:nvSpPr>
          <p:cNvPr id="5" name="Confidential – Planet IT">
            <a:extLst>
              <a:ext uri="{FF2B5EF4-FFF2-40B4-BE49-F238E27FC236}">
                <a16:creationId xmlns:a16="http://schemas.microsoft.com/office/drawing/2014/main" id="{215B56F9-3BC5-4C56-B959-4FB0C10A4276}"/>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C7983720-8A8D-49B3-85AA-81CF39B4BE1F}"/>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0CEEB6BD-5053-47FC-898C-D7FE3463D84A}"/>
              </a:ext>
            </a:extLst>
          </p:cNvPr>
          <p:cNvSpPr>
            <a:spLocks noGrp="1"/>
          </p:cNvSpPr>
          <p:nvPr>
            <p:ph type="title"/>
          </p:nvPr>
        </p:nvSpPr>
        <p:spPr>
          <a:xfrm>
            <a:off x="914400" y="914400"/>
            <a:ext cx="7315200" cy="1097280"/>
          </a:xfrm>
        </p:spPr>
        <p:txBody>
          <a:bodyPr wrap="square" lIns="0" tIns="0" rIns="0" bIns="0" anchor="ctr">
            <a:noAutofit/>
          </a:bodyPr>
          <a:lstStyle/>
          <a:p>
            <a:pPr algn="l">
              <a:lnSpc>
                <a:spcPct val="100000"/>
              </a:lnSpc>
              <a:spcAft>
                <a:spcPts val="0"/>
              </a:spcAft>
            </a:pPr>
            <a:r>
              <a:rPr sz="4400" b="1">
                <a:solidFill>
                  <a:srgbClr val="23506A"/>
                </a:solidFill>
                <a:latin typeface="Calibri"/>
              </a:rPr>
              <a:t>Tabletop title</a:t>
            </a:r>
          </a:p>
        </p:txBody>
      </p:sp>
      <p:sp>
        <p:nvSpPr>
          <p:cNvPr id="4" name="Subtitle">
            <a:extLst>
              <a:ext uri="{FF2B5EF4-FFF2-40B4-BE49-F238E27FC236}">
                <a16:creationId xmlns:a16="http://schemas.microsoft.com/office/drawing/2014/main" id="{93116F16-E3EE-4E7C-A968-0F10ABABFFEC}"/>
              </a:ext>
            </a:extLst>
          </p:cNvPr>
          <p:cNvSpPr>
            <a:spLocks noGrp="1"/>
          </p:cNvSpPr>
          <p:nvPr>
            <p:ph type="subTitle" idx="1"/>
          </p:nvPr>
        </p:nvSpPr>
        <p:spPr>
          <a:xfrm>
            <a:off x="914400" y="2286000"/>
            <a:ext cx="7315200" cy="1371600"/>
          </a:xfrm>
        </p:spPr>
        <p:txBody>
          <a:bodyPr wrap="square" lIns="0" tIns="0" rIns="0" bIns="0" anchor="t">
            <a:noAutofit/>
          </a:bodyPr>
          <a:lstStyle/>
          <a:p>
            <a:pPr algn="l">
              <a:lnSpc>
                <a:spcPct val="115000"/>
              </a:lnSpc>
              <a:spcAft>
                <a:spcPts val="0"/>
              </a:spcAft>
              <a:buNone/>
            </a:pPr>
            <a:r>
              <a:rPr sz="1800" b="0">
                <a:solidFill>
                  <a:srgbClr val="5D6C75"/>
                </a:solidFill>
                <a:latin typeface="Calibri"/>
              </a:rPr>
              <a:t>Client • exercise theme • date</a:t>
            </a:r>
          </a:p>
        </p:txBody>
      </p:sp>
      <p:sp>
        <p:nvSpPr>
          <p:cNvPr id="6"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9" name="PIGEN_EYEBROW"/>
          <p:cNvSpPr txBox="1"/>
          <p:nvPr/>
        </p:nvSpPr>
        <p:spPr>
          <a:xfrm>
            <a:off x="914400" y="530352"/>
            <a:ext cx="4023360" cy="219456"/>
          </a:xfrm>
          <a:prstGeom prst="rect">
            <a:avLst/>
          </a:prstGeom>
          <a:noFill/>
        </p:spPr>
        <p:txBody>
          <a:bodyPr wrap="square" lIns="0" tIns="0" rIns="0" bIns="0">
            <a:spAutoFit/>
          </a:bodyPr>
          <a:lstStyle/>
          <a:p>
            <a:pPr algn="l"/>
            <a:r>
              <a:rPr sz="1100" b="1">
                <a:solidFill>
                  <a:srgbClr val="FB8C00"/>
                </a:solidFill>
                <a:latin typeface="Calibri"/>
              </a:rPr>
              <a:t>CYBERSECURITY TABLETOP</a:t>
            </a:r>
          </a:p>
        </p:txBody>
      </p:sp>
      <p:sp>
        <p:nvSpPr>
          <p:cNvPr id="10" name="PIGEN_TITLE_RULE"/>
          <p:cNvSpPr/>
          <p:nvPr/>
        </p:nvSpPr>
        <p:spPr>
          <a:xfrm>
            <a:off x="914400" y="3886200"/>
            <a:ext cx="1965960" cy="36576"/>
          </a:xfrm>
          <a:prstGeom prst="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mp; Content">
    <p:bg>
      <p:bgPr>
        <a:solidFill>
          <a:srgbClr val="FFFFFF"/>
        </a:solidFill>
        <a:effectLst/>
      </p:bgPr>
    </p:bg>
    <p:spTree>
      <p:nvGrpSpPr>
        <p:cNvPr id="1" name=""/>
        <p:cNvGrpSpPr/>
        <p:nvPr/>
      </p:nvGrpSpPr>
      <p:grpSpPr>
        <a:xfrm>
          <a:off x="0" y="0"/>
          <a:ext cx="0" cy="0"/>
          <a:chOff x="0" y="0"/>
          <a:chExt cx="0" cy="0"/>
        </a:xfrm>
      </p:grpSpPr>
      <p:sp>
        <p:nvSpPr>
          <p:cNvPr id="5" name="Confidential – Planet IT">
            <a:extLst>
              <a:ext uri="{FF2B5EF4-FFF2-40B4-BE49-F238E27FC236}">
                <a16:creationId xmlns:a16="http://schemas.microsoft.com/office/drawing/2014/main" id="{39399A81-E9B9-48B0-A0B0-04904929D1DC}"/>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8741F9AD-172C-4D2B-AE95-BE2D7F5EAB44}"/>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855D0F25-1CA6-4333-8C20-4A0972FFB3D8}"/>
              </a:ext>
            </a:extLst>
          </p:cNvPr>
          <p:cNvSpPr>
            <a:spLocks noGrp="1"/>
          </p:cNvSpPr>
          <p:nvPr>
            <p:ph type="title"/>
          </p:nvPr>
        </p:nvSpPr>
        <p:spPr>
          <a:xfrm>
            <a:off x="914400" y="502920"/>
            <a:ext cx="10332720" cy="1005840"/>
          </a:xfrm>
        </p:spPr>
        <p:txBody>
          <a:bodyPr wrap="square" lIns="0" tIns="0" rIns="0" bIns="0" anchor="ctr">
            <a:noAutofit/>
          </a:bodyPr>
          <a:lstStyle/>
          <a:p>
            <a:pPr algn="l">
              <a:lnSpc>
                <a:spcPct val="100000"/>
              </a:lnSpc>
              <a:spcAft>
                <a:spcPts val="0"/>
              </a:spcAft>
            </a:pPr>
            <a:r>
              <a:rPr sz="3400" b="1">
                <a:solidFill>
                  <a:srgbClr val="23506A"/>
                </a:solidFill>
                <a:latin typeface="Calibri"/>
              </a:rPr>
              <a:t>Slide title</a:t>
            </a:r>
          </a:p>
        </p:txBody>
      </p:sp>
      <p:sp>
        <p:nvSpPr>
          <p:cNvPr id="4" name="Content">
            <a:extLst>
              <a:ext uri="{FF2B5EF4-FFF2-40B4-BE49-F238E27FC236}">
                <a16:creationId xmlns:a16="http://schemas.microsoft.com/office/drawing/2014/main" id="{039F0316-8DF7-4365-8243-5DE68DB1C6AB}"/>
              </a:ext>
            </a:extLst>
          </p:cNvPr>
          <p:cNvSpPr>
            <a:spLocks noGrp="1"/>
          </p:cNvSpPr>
          <p:nvPr>
            <p:ph idx="1"/>
          </p:nvPr>
        </p:nvSpPr>
        <p:spPr>
          <a:xfrm>
            <a:off x="914400" y="1828800"/>
            <a:ext cx="10332720" cy="4389120"/>
          </a:xfrm>
        </p:spPr>
        <p:txBody>
          <a:bodyPr wrap="square" lIns="73152" tIns="36576" rIns="73152" bIns="36576" anchor="t">
            <a:normAutofit/>
          </a:bodyPr>
          <a:lstStyle/>
          <a:p>
            <a:pPr algn="l">
              <a:lnSpc>
                <a:spcPct val="100000"/>
              </a:lnSpc>
              <a:spcAft>
                <a:spcPts val="400"/>
              </a:spcAft>
              <a:buNone/>
            </a:pPr>
            <a:r>
              <a:rPr sz="1500" b="1">
                <a:solidFill>
                  <a:srgbClr val="23506A"/>
                </a:solidFill>
                <a:latin typeface="Calibri"/>
              </a:rPr>
              <a:t>Section heading</a:t>
            </a:r>
          </a:p>
          <a:p>
            <a:pPr algn="l">
              <a:lnSpc>
                <a:spcPct val="115000"/>
              </a:lnSpc>
              <a:spcAft>
                <a:spcPts val="700"/>
              </a:spcAft>
            </a:pPr>
            <a:r>
              <a:rPr sz="1400" b="0">
                <a:solidFill>
                  <a:srgbClr val="323232"/>
                </a:solidFill>
                <a:latin typeface="Calibri"/>
              </a:rPr>
              <a:t>Supporting point</a:t>
            </a:r>
          </a:p>
          <a:p>
            <a:pPr algn="l">
              <a:lnSpc>
                <a:spcPct val="115000"/>
              </a:lnSpc>
              <a:spcAft>
                <a:spcPts val="700"/>
              </a:spcAft>
            </a:pPr>
            <a:r>
              <a:rPr sz="1400" b="0">
                <a:solidFill>
                  <a:srgbClr val="323232"/>
                </a:solidFill>
                <a:latin typeface="Calibri"/>
              </a:rPr>
              <a:t>Supporting point</a:t>
            </a:r>
          </a:p>
        </p:txBody>
      </p:sp>
      <p:sp>
        <p:nvSpPr>
          <p:cNvPr id="6"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9" name="PIGEN_EYEBROW"/>
          <p:cNvSpPr txBox="1"/>
          <p:nvPr/>
        </p:nvSpPr>
        <p:spPr>
          <a:xfrm>
            <a:off x="914400" y="228600"/>
            <a:ext cx="4023360" cy="219456"/>
          </a:xfrm>
          <a:prstGeom prst="rect">
            <a:avLst/>
          </a:prstGeom>
          <a:noFill/>
        </p:spPr>
        <p:txBody>
          <a:bodyPr wrap="square" lIns="0" tIns="0" rIns="0" bIns="0">
            <a:spAutoFit/>
          </a:bodyPr>
          <a:lstStyle/>
          <a:p>
            <a:pPr algn="l"/>
            <a:r>
              <a:rPr sz="1100" b="1">
                <a:solidFill>
                  <a:srgbClr val="FB8C00"/>
                </a:solidFill>
                <a:latin typeface="Calibri"/>
              </a:rPr>
              <a:t>TABLETOP EXERCISE</a:t>
            </a:r>
          </a:p>
        </p:txBody>
      </p:sp>
      <p:sp>
        <p:nvSpPr>
          <p:cNvPr id="10" name="PIGEN_HEADER_RULE"/>
          <p:cNvSpPr/>
          <p:nvPr/>
        </p:nvSpPr>
        <p:spPr>
          <a:xfrm>
            <a:off x="731520" y="160934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bg>
      <p:bgPr>
        <a:solidFill>
          <a:srgbClr val="ECEFF1"/>
        </a:solidFill>
        <a:effectLst/>
      </p:bgPr>
    </p:bg>
    <p:spTree>
      <p:nvGrpSpPr>
        <p:cNvPr id="1" name=""/>
        <p:cNvGrpSpPr/>
        <p:nvPr/>
      </p:nvGrpSpPr>
      <p:grpSpPr>
        <a:xfrm>
          <a:off x="0" y="0"/>
          <a:ext cx="0" cy="0"/>
          <a:chOff x="0" y="0"/>
          <a:chExt cx="0" cy="0"/>
        </a:xfrm>
      </p:grpSpPr>
      <p:sp>
        <p:nvSpPr>
          <p:cNvPr id="5" name="Confidential – Planet IT">
            <a:extLst>
              <a:ext uri="{FF2B5EF4-FFF2-40B4-BE49-F238E27FC236}">
                <a16:creationId xmlns:a16="http://schemas.microsoft.com/office/drawing/2014/main" id="{9181540C-6098-4439-B498-71007B7F6161}"/>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A02FF428-491F-4A85-895C-FE34CD442C5F}"/>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Section Title">
            <a:extLst>
              <a:ext uri="{FF2B5EF4-FFF2-40B4-BE49-F238E27FC236}">
                <a16:creationId xmlns:a16="http://schemas.microsoft.com/office/drawing/2014/main" id="{2D771C5B-ED04-4B8B-A16D-8DFC6F6D3C32}"/>
              </a:ext>
            </a:extLst>
          </p:cNvPr>
          <p:cNvSpPr>
            <a:spLocks noGrp="1"/>
          </p:cNvSpPr>
          <p:nvPr>
            <p:ph type="title"/>
          </p:nvPr>
        </p:nvSpPr>
        <p:spPr>
          <a:xfrm>
            <a:off x="914400" y="2331720"/>
            <a:ext cx="9509760" cy="914400"/>
          </a:xfrm>
        </p:spPr>
        <p:txBody>
          <a:bodyPr wrap="square" lIns="0" tIns="0" rIns="0" bIns="0" anchor="ctr">
            <a:noAutofit/>
          </a:bodyPr>
          <a:lstStyle/>
          <a:p>
            <a:pPr algn="l">
              <a:lnSpc>
                <a:spcPct val="100000"/>
              </a:lnSpc>
              <a:spcAft>
                <a:spcPts val="0"/>
              </a:spcAft>
            </a:pPr>
            <a:r>
              <a:rPr sz="4000" b="1">
                <a:solidFill>
                  <a:srgbClr val="23506A"/>
                </a:solidFill>
                <a:latin typeface="Calibri"/>
              </a:rPr>
              <a:t>Section title</a:t>
            </a:r>
          </a:p>
        </p:txBody>
      </p:sp>
      <p:sp>
        <p:nvSpPr>
          <p:cNvPr id="4" name="Section Subtitle">
            <a:extLst>
              <a:ext uri="{FF2B5EF4-FFF2-40B4-BE49-F238E27FC236}">
                <a16:creationId xmlns:a16="http://schemas.microsoft.com/office/drawing/2014/main" id="{6E44915F-3F28-472F-8A75-EFA45E21A65E}"/>
              </a:ext>
            </a:extLst>
          </p:cNvPr>
          <p:cNvSpPr>
            <a:spLocks noGrp="1"/>
          </p:cNvSpPr>
          <p:nvPr>
            <p:ph type="subTitle" idx="1"/>
          </p:nvPr>
        </p:nvSpPr>
        <p:spPr>
          <a:xfrm>
            <a:off x="1463040" y="3346704"/>
            <a:ext cx="8412480" cy="713232"/>
          </a:xfrm>
        </p:spPr>
        <p:txBody>
          <a:bodyPr wrap="square" lIns="0" tIns="0" rIns="0" bIns="0" anchor="t">
            <a:noAutofit/>
          </a:bodyPr>
          <a:lstStyle/>
          <a:p>
            <a:pPr algn="l">
              <a:lnSpc>
                <a:spcPct val="115000"/>
              </a:lnSpc>
              <a:spcAft>
                <a:spcPts val="0"/>
              </a:spcAft>
              <a:buNone/>
            </a:pPr>
            <a:r>
              <a:rPr sz="1800" b="0">
                <a:solidFill>
                  <a:srgbClr val="5D6C75"/>
                </a:solidFill>
                <a:latin typeface="Calibri"/>
              </a:rPr>
              <a:t>Optional section context</a:t>
            </a:r>
          </a:p>
        </p:txBody>
      </p:sp>
      <p:sp>
        <p:nvSpPr>
          <p:cNvPr id="6"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9" name="PIGEN_EYEBROW"/>
          <p:cNvSpPr txBox="1"/>
          <p:nvPr/>
        </p:nvSpPr>
        <p:spPr>
          <a:xfrm>
            <a:off x="914400" y="1956816"/>
            <a:ext cx="4023360" cy="219456"/>
          </a:xfrm>
          <a:prstGeom prst="rect">
            <a:avLst/>
          </a:prstGeom>
          <a:noFill/>
        </p:spPr>
        <p:txBody>
          <a:bodyPr wrap="square" lIns="0" tIns="0" rIns="0" bIns="0">
            <a:spAutoFit/>
          </a:bodyPr>
          <a:lstStyle/>
          <a:p>
            <a:pPr algn="l"/>
            <a:r>
              <a:rPr sz="1100" b="1">
                <a:solidFill>
                  <a:srgbClr val="FB8C00"/>
                </a:solidFill>
                <a:latin typeface="Calibri"/>
              </a:rPr>
              <a:t>SECTION</a:t>
            </a:r>
          </a:p>
        </p:txBody>
      </p:sp>
      <p:sp>
        <p:nvSpPr>
          <p:cNvPr id="10" name="PIGEN_SECTION_RULE"/>
          <p:cNvSpPr/>
          <p:nvPr/>
        </p:nvSpPr>
        <p:spPr>
          <a:xfrm>
            <a:off x="914400" y="4315968"/>
            <a:ext cx="1965960" cy="36576"/>
          </a:xfrm>
          <a:prstGeom prst="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bg>
      <p:bgPr>
        <a:solidFill>
          <a:srgbClr val="FFFFFF"/>
        </a:solidFill>
        <a:effectLst/>
      </p:bgPr>
    </p:bg>
    <p:spTree>
      <p:nvGrpSpPr>
        <p:cNvPr id="1" name=""/>
        <p:cNvGrpSpPr/>
        <p:nvPr/>
      </p:nvGrpSpPr>
      <p:grpSpPr>
        <a:xfrm>
          <a:off x="0" y="0"/>
          <a:ext cx="0" cy="0"/>
          <a:chOff x="0" y="0"/>
          <a:chExt cx="0" cy="0"/>
        </a:xfrm>
      </p:grpSpPr>
      <p:sp>
        <p:nvSpPr>
          <p:cNvPr id="6" name="Confidential – Planet IT">
            <a:extLst>
              <a:ext uri="{FF2B5EF4-FFF2-40B4-BE49-F238E27FC236}">
                <a16:creationId xmlns:a16="http://schemas.microsoft.com/office/drawing/2014/main" id="{7633A689-57B9-4E65-8878-5147B952B8CB}"/>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1184CA3C-4ABD-4A31-B980-732D13BCEAD4}"/>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93EC5D38-4DD2-45BC-A35C-2787CFA3CF90}"/>
              </a:ext>
            </a:extLst>
          </p:cNvPr>
          <p:cNvSpPr>
            <a:spLocks noGrp="1"/>
          </p:cNvSpPr>
          <p:nvPr>
            <p:ph type="title"/>
          </p:nvPr>
        </p:nvSpPr>
        <p:spPr>
          <a:xfrm>
            <a:off x="914400" y="502920"/>
            <a:ext cx="10332720" cy="1005840"/>
          </a:xfrm>
        </p:spPr>
        <p:txBody>
          <a:bodyPr wrap="square" lIns="0" tIns="0" rIns="0" bIns="0" anchor="ctr">
            <a:noAutofit/>
          </a:bodyPr>
          <a:lstStyle/>
          <a:p>
            <a:pPr algn="l">
              <a:lnSpc>
                <a:spcPct val="100000"/>
              </a:lnSpc>
              <a:spcAft>
                <a:spcPts val="0"/>
              </a:spcAft>
            </a:pPr>
            <a:r>
              <a:rPr sz="3400" b="1">
                <a:solidFill>
                  <a:srgbClr val="23506A"/>
                </a:solidFill>
                <a:latin typeface="Calibri"/>
              </a:rPr>
              <a:t>Comparison title</a:t>
            </a:r>
          </a:p>
        </p:txBody>
      </p:sp>
      <p:sp>
        <p:nvSpPr>
          <p:cNvPr id="4" name="Content Left">
            <a:extLst>
              <a:ext uri="{FF2B5EF4-FFF2-40B4-BE49-F238E27FC236}">
                <a16:creationId xmlns:a16="http://schemas.microsoft.com/office/drawing/2014/main" id="{D196CF20-8111-485E-9FE4-4FC345D3203B}"/>
              </a:ext>
            </a:extLst>
          </p:cNvPr>
          <p:cNvSpPr>
            <a:spLocks noGrp="1"/>
          </p:cNvSpPr>
          <p:nvPr>
            <p:ph idx="1"/>
          </p:nvPr>
        </p:nvSpPr>
        <p:spPr>
          <a:xfrm>
            <a:off x="914400" y="1828800"/>
            <a:ext cx="3657600" cy="4114800"/>
          </a:xfrm>
        </p:spPr>
        <p:txBody>
          <a:bodyPr wrap="square" lIns="0" tIns="0" rIns="95250" bIns="0" anchor="t">
            <a:noAutofit/>
          </a:bodyPr>
          <a:lstStyle/>
          <a:p>
            <a:pPr algn="l">
              <a:lnSpc>
                <a:spcPct val="100000"/>
              </a:lnSpc>
              <a:spcAft>
                <a:spcPts val="500"/>
              </a:spcAft>
            </a:pPr>
            <a:r>
              <a:rPr sz="1500" b="1">
                <a:solidFill>
                  <a:srgbClr val="23506A"/>
                </a:solidFill>
                <a:latin typeface="Calibri"/>
              </a:rPr>
              <a:t>Column heading</a:t>
            </a:r>
          </a:p>
          <a:p>
            <a:pPr algn="l">
              <a:lnSpc>
                <a:spcPct val="115000"/>
              </a:lnSpc>
              <a:spcAft>
                <a:spcPts val="700"/>
              </a:spcAft>
            </a:pPr>
            <a:r>
              <a:rPr sz="1400" b="0">
                <a:solidFill>
                  <a:srgbClr val="323232"/>
                </a:solidFill>
                <a:latin typeface="Calibri"/>
              </a:rPr>
              <a:t>Supporting point</a:t>
            </a:r>
          </a:p>
          <a:p>
            <a:pPr algn="l">
              <a:lnSpc>
                <a:spcPct val="115000"/>
              </a:lnSpc>
              <a:spcAft>
                <a:spcPts val="700"/>
              </a:spcAft>
            </a:pPr>
            <a:r>
              <a:rPr sz="1400" b="0">
                <a:solidFill>
                  <a:srgbClr val="323232"/>
                </a:solidFill>
                <a:latin typeface="Calibri"/>
              </a:rPr>
              <a:t>Supporting point</a:t>
            </a:r>
          </a:p>
        </p:txBody>
      </p:sp>
      <p:sp>
        <p:nvSpPr>
          <p:cNvPr id="5" name="Content Right">
            <a:extLst>
              <a:ext uri="{FF2B5EF4-FFF2-40B4-BE49-F238E27FC236}">
                <a16:creationId xmlns:a16="http://schemas.microsoft.com/office/drawing/2014/main" id="{80805FBA-EDD1-49C1-8A10-E943181398A1}"/>
              </a:ext>
            </a:extLst>
          </p:cNvPr>
          <p:cNvSpPr>
            <a:spLocks noGrp="1"/>
          </p:cNvSpPr>
          <p:nvPr>
            <p:ph idx="2"/>
          </p:nvPr>
        </p:nvSpPr>
        <p:spPr>
          <a:xfrm>
            <a:off x="5029200" y="1828800"/>
            <a:ext cx="3657600" cy="4114800"/>
          </a:xfrm>
        </p:spPr>
        <p:txBody>
          <a:bodyPr wrap="square" lIns="0" tIns="0" rIns="95250" bIns="0" anchor="t">
            <a:noAutofit/>
          </a:bodyPr>
          <a:lstStyle/>
          <a:p>
            <a:pPr algn="l">
              <a:lnSpc>
                <a:spcPct val="100000"/>
              </a:lnSpc>
              <a:spcAft>
                <a:spcPts val="500"/>
              </a:spcAft>
            </a:pPr>
            <a:r>
              <a:rPr sz="1500" b="1">
                <a:solidFill>
                  <a:srgbClr val="23506A"/>
                </a:solidFill>
                <a:latin typeface="Calibri"/>
              </a:rPr>
              <a:t>Column heading</a:t>
            </a:r>
          </a:p>
          <a:p>
            <a:pPr algn="l">
              <a:lnSpc>
                <a:spcPct val="115000"/>
              </a:lnSpc>
              <a:spcAft>
                <a:spcPts val="700"/>
              </a:spcAft>
            </a:pPr>
            <a:r>
              <a:rPr sz="1400" b="0">
                <a:solidFill>
                  <a:srgbClr val="323232"/>
                </a:solidFill>
                <a:latin typeface="Calibri"/>
              </a:rPr>
              <a:t>Supporting point</a:t>
            </a:r>
          </a:p>
          <a:p>
            <a:pPr algn="l">
              <a:lnSpc>
                <a:spcPct val="115000"/>
              </a:lnSpc>
              <a:spcAft>
                <a:spcPts val="700"/>
              </a:spcAft>
            </a:pPr>
            <a:r>
              <a:rPr sz="1400" b="0">
                <a:solidFill>
                  <a:srgbClr val="323232"/>
                </a:solidFill>
                <a:latin typeface="Calibri"/>
              </a:rPr>
              <a:t>Supporting point</a:t>
            </a:r>
          </a:p>
        </p:txBody>
      </p:sp>
      <p:sp>
        <p:nvSpPr>
          <p:cNvPr id="7"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10" name="PIGEN_EYEBROW"/>
          <p:cNvSpPr txBox="1"/>
          <p:nvPr/>
        </p:nvSpPr>
        <p:spPr>
          <a:xfrm>
            <a:off x="914400" y="228600"/>
            <a:ext cx="4023360" cy="219456"/>
          </a:xfrm>
          <a:prstGeom prst="rect">
            <a:avLst/>
          </a:prstGeom>
          <a:noFill/>
        </p:spPr>
        <p:txBody>
          <a:bodyPr wrap="square" lIns="0" tIns="0" rIns="0" bIns="0">
            <a:spAutoFit/>
          </a:bodyPr>
          <a:lstStyle/>
          <a:p>
            <a:pPr algn="l"/>
            <a:r>
              <a:rPr sz="1100" b="1">
                <a:solidFill>
                  <a:srgbClr val="FB8C00"/>
                </a:solidFill>
                <a:latin typeface="Calibri"/>
              </a:rPr>
              <a:t>WORKING SESSION</a:t>
            </a:r>
          </a:p>
        </p:txBody>
      </p:sp>
      <p:sp>
        <p:nvSpPr>
          <p:cNvPr id="11" name="PIGEN_HEADER_RULE"/>
          <p:cNvSpPr/>
          <p:nvPr/>
        </p:nvSpPr>
        <p:spPr>
          <a:xfrm>
            <a:off x="731520" y="160934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Blank">
    <p:bg>
      <p:bgPr>
        <a:solidFill>
          <a:srgbClr val="FFFFFF"/>
        </a:solidFill>
        <a:effectLst/>
      </p:bgPr>
    </p:bg>
    <p:spTree>
      <p:nvGrpSpPr>
        <p:cNvPr id="1" name=""/>
        <p:cNvGrpSpPr/>
        <p:nvPr/>
      </p:nvGrpSpPr>
      <p:grpSpPr>
        <a:xfrm>
          <a:off x="0" y="0"/>
          <a:ext cx="0" cy="0"/>
          <a:chOff x="0" y="0"/>
          <a:chExt cx="0" cy="0"/>
        </a:xfrm>
      </p:grpSpPr>
      <p:sp>
        <p:nvSpPr>
          <p:cNvPr id="3" name="Confidential – Planet IT">
            <a:extLst>
              <a:ext uri="{FF2B5EF4-FFF2-40B4-BE49-F238E27FC236}">
                <a16:creationId xmlns:a16="http://schemas.microsoft.com/office/drawing/2014/main" id="{CF34C60B-9530-442F-96E1-DAC89F1567DE}"/>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745E4A83-90D1-4535-A550-69B8D0FB5409}"/>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4"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turity Overview">
    <p:bg>
      <p:bgPr>
        <a:solidFill>
          <a:srgbClr val="FFFFFF"/>
        </a:solidFill>
        <a:effectLst/>
      </p:bgPr>
    </p:bg>
    <p:spTree>
      <p:nvGrpSpPr>
        <p:cNvPr id="1" name=""/>
        <p:cNvGrpSpPr/>
        <p:nvPr/>
      </p:nvGrpSpPr>
      <p:grpSpPr>
        <a:xfrm>
          <a:off x="0" y="0"/>
          <a:ext cx="0" cy="0"/>
          <a:chOff x="0" y="0"/>
          <a:chExt cx="0" cy="0"/>
        </a:xfrm>
      </p:grpSpPr>
      <p:sp>
        <p:nvSpPr>
          <p:cNvPr id="6" name="Confidential – Planet IT">
            <a:extLst>
              <a:ext uri="{FF2B5EF4-FFF2-40B4-BE49-F238E27FC236}">
                <a16:creationId xmlns:a16="http://schemas.microsoft.com/office/drawing/2014/main" id="{782ED873-2469-481C-B508-79F5E66DEB67}"/>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6C245C78-142A-4BC8-ACAC-85516C71169D}"/>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8E113880-331E-4C57-91C8-D79554E26265}"/>
              </a:ext>
            </a:extLst>
          </p:cNvPr>
          <p:cNvSpPr>
            <a:spLocks noGrp="1"/>
          </p:cNvSpPr>
          <p:nvPr>
            <p:ph type="title"/>
          </p:nvPr>
        </p:nvSpPr>
        <p:spPr>
          <a:xfrm>
            <a:off x="914400" y="502920"/>
            <a:ext cx="10332720" cy="1005840"/>
          </a:xfrm>
        </p:spPr>
        <p:txBody>
          <a:bodyPr wrap="square" lIns="0" tIns="0" rIns="0" bIns="0" anchor="ctr">
            <a:noAutofit/>
          </a:bodyPr>
          <a:lstStyle/>
          <a:p>
            <a:pPr algn="l">
              <a:lnSpc>
                <a:spcPct val="100000"/>
              </a:lnSpc>
              <a:spcAft>
                <a:spcPts val="0"/>
              </a:spcAft>
            </a:pPr>
            <a:r>
              <a:rPr sz="3400" b="1">
                <a:solidFill>
                  <a:srgbClr val="23506A"/>
                </a:solidFill>
                <a:latin typeface="Calibri"/>
              </a:rPr>
              <a:t>Maturity overview</a:t>
            </a:r>
          </a:p>
        </p:txBody>
      </p:sp>
      <p:sp>
        <p:nvSpPr>
          <p:cNvPr id="4" name="Radar Image">
            <a:extLst>
              <a:ext uri="{FF2B5EF4-FFF2-40B4-BE49-F238E27FC236}">
                <a16:creationId xmlns:a16="http://schemas.microsoft.com/office/drawing/2014/main" id="{322ECD5F-C2C5-438E-B337-AF01D6F1EE35}"/>
              </a:ext>
            </a:extLst>
          </p:cNvPr>
          <p:cNvSpPr>
            <a:spLocks noGrp="1"/>
          </p:cNvSpPr>
          <p:nvPr>
            <p:ph type="pic" idx="1"/>
          </p:nvPr>
        </p:nvSpPr>
        <p:spPr>
          <a:xfrm>
            <a:off x="914400" y="1645920"/>
            <a:ext cx="3657600" cy="3566160"/>
          </a:xfrm>
        </p:spPr>
        <p:txBody>
          <a:bodyPr wrap="square" lIns="76200" tIns="57150" rIns="76200" bIns="57150" anchor="ctr">
            <a:normAutofit/>
          </a:bodyPr>
          <a:lstStyle/>
          <a:p>
            <a:endParaRPr/>
          </a:p>
        </p:txBody>
      </p:sp>
      <p:sp>
        <p:nvSpPr>
          <p:cNvPr id="5" name="Gauge Image">
            <a:extLst>
              <a:ext uri="{FF2B5EF4-FFF2-40B4-BE49-F238E27FC236}">
                <a16:creationId xmlns:a16="http://schemas.microsoft.com/office/drawing/2014/main" id="{F1BF4726-75ED-4C58-83AB-BDC9337D4408}"/>
              </a:ext>
            </a:extLst>
          </p:cNvPr>
          <p:cNvSpPr>
            <a:spLocks noGrp="1"/>
          </p:cNvSpPr>
          <p:nvPr>
            <p:ph type="pic" idx="2"/>
          </p:nvPr>
        </p:nvSpPr>
        <p:spPr>
          <a:xfrm>
            <a:off x="5029200" y="1645920"/>
            <a:ext cx="2743200" cy="3566160"/>
          </a:xfrm>
        </p:spPr>
        <p:txBody>
          <a:bodyPr wrap="square" lIns="76200" tIns="57150" rIns="76200" bIns="57150" anchor="ctr">
            <a:normAutofit/>
          </a:bodyPr>
          <a:lstStyle/>
          <a:p>
            <a:endParaRPr/>
          </a:p>
        </p:txBody>
      </p:sp>
      <p:sp>
        <p:nvSpPr>
          <p:cNvPr id="7"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10" name="PIGEN_EYEBROW"/>
          <p:cNvSpPr txBox="1"/>
          <p:nvPr/>
        </p:nvSpPr>
        <p:spPr>
          <a:xfrm>
            <a:off x="914400" y="228600"/>
            <a:ext cx="4023360" cy="219456"/>
          </a:xfrm>
          <a:prstGeom prst="rect">
            <a:avLst/>
          </a:prstGeom>
          <a:noFill/>
        </p:spPr>
        <p:txBody>
          <a:bodyPr wrap="square" lIns="0" tIns="0" rIns="0" bIns="0">
            <a:spAutoFit/>
          </a:bodyPr>
          <a:lstStyle/>
          <a:p>
            <a:pPr algn="l"/>
            <a:r>
              <a:rPr sz="1100" b="1">
                <a:solidFill>
                  <a:srgbClr val="FB8C00"/>
                </a:solidFill>
                <a:latin typeface="Calibri"/>
              </a:rPr>
              <a:t>READINESS</a:t>
            </a:r>
          </a:p>
        </p:txBody>
      </p:sp>
      <p:sp>
        <p:nvSpPr>
          <p:cNvPr id="11" name="PIGEN_HEADER_RULE"/>
          <p:cNvSpPr/>
          <p:nvPr/>
        </p:nvSpPr>
        <p:spPr>
          <a:xfrm>
            <a:off x="731520" y="160934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Scenario Title">
    <p:bg>
      <p:bgPr>
        <a:solidFill>
          <a:srgbClr val="ECEFF1"/>
        </a:solidFill>
        <a:effectLst/>
      </p:bgPr>
    </p:bg>
    <p:spTree>
      <p:nvGrpSpPr>
        <p:cNvPr id="1" name=""/>
        <p:cNvGrpSpPr/>
        <p:nvPr/>
      </p:nvGrpSpPr>
      <p:grpSpPr>
        <a:xfrm>
          <a:off x="0" y="0"/>
          <a:ext cx="0" cy="0"/>
          <a:chOff x="0" y="0"/>
          <a:chExt cx="0" cy="0"/>
        </a:xfrm>
      </p:grpSpPr>
      <p:pic>
        <p:nvPicPr>
          <p:cNvPr id="7" name="SCENARIO_START_BACKGROUND" descr="image.jpeg"/>
          <p:cNvPicPr>
            <a:picLocks noChangeAspect="1"/>
          </p:cNvPicPr>
          <p:nvPr/>
        </p:nvPicPr>
        <p:blipFill>
          <a:blip r:embed="rId2"/>
          <a:stretch>
            <a:fillRect/>
          </a:stretch>
        </p:blipFill>
        <p:spPr>
          <a:xfrm>
            <a:off x="0" y="0"/>
            <a:ext cx="12192000" cy="6858000"/>
          </a:xfrm>
          <a:prstGeom prst="rect">
            <a:avLst/>
          </a:prstGeom>
        </p:spPr>
      </p:pic>
      <p:sp>
        <p:nvSpPr>
          <p:cNvPr id="6" name="SCENARIO_START_OVERLAY">
            <a:extLst>
              <a:ext uri="{FF2B5EF4-FFF2-40B4-BE49-F238E27FC236}">
                <a16:creationId xmlns:a16="http://schemas.microsoft.com/office/drawing/2014/main" id="{15431908-ED64-3C4E-A8B3-C02BDCD0B993}"/>
              </a:ext>
            </a:extLst>
          </p:cNvPr>
          <p:cNvSpPr/>
          <p:nvPr/>
        </p:nvSpPr>
        <p:spPr>
          <a:xfrm>
            <a:off x="0" y="0"/>
            <a:ext cx="12192000" cy="6858000"/>
          </a:xfrm>
          <a:prstGeom prst="rect">
            <a:avLst/>
          </a:prstGeom>
          <a:solidFill>
            <a:srgbClr val="1E5670">
              <a:alpha val="70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u="none" strike="noStrike" cap="none" spc="0" normalizeH="0" baseline="0">
              <a:ln>
                <a:noFill/>
              </a:ln>
              <a:solidFill>
                <a:srgbClr val="000000"/>
              </a:solidFill>
              <a:effectLst/>
              <a:uFillTx/>
              <a:sym typeface="Calibri"/>
            </a:endParaRPr>
          </a:p>
        </p:txBody>
      </p:sp>
      <p:sp>
        <p:nvSpPr>
          <p:cNvPr id="5" name="Confidential – Planet IT">
            <a:extLst>
              <a:ext uri="{FF2B5EF4-FFF2-40B4-BE49-F238E27FC236}">
                <a16:creationId xmlns:a16="http://schemas.microsoft.com/office/drawing/2014/main" id="{9D8049B3-0417-419A-8B73-A7B95D2AAC37}"/>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D71538CE-0E9E-41B1-9B2D-61ACC9380744}"/>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336CD40F-54DE-4719-BB14-36223107D175}"/>
              </a:ext>
            </a:extLst>
          </p:cNvPr>
          <p:cNvSpPr>
            <a:spLocks noGrp="1"/>
          </p:cNvSpPr>
          <p:nvPr>
            <p:ph type="title"/>
          </p:nvPr>
        </p:nvSpPr>
        <p:spPr>
          <a:xfrm>
            <a:off x="1097280" y="2340864"/>
            <a:ext cx="10222992" cy="658368"/>
          </a:xfrm>
        </p:spPr>
        <p:txBody>
          <a:bodyPr wrap="square" lIns="0" tIns="0" rIns="0" bIns="0" anchor="ctr">
            <a:noAutofit/>
          </a:bodyPr>
          <a:lstStyle>
            <a:lvl1pPr algn="l">
              <a:buNone/>
              <a:defRPr sz="4400" b="0">
                <a:solidFill>
                  <a:srgbClr val="FFFFFF"/>
                </a:solidFill>
                <a:latin typeface="Roboto Light"/>
              </a:defRPr>
            </a:lvl1pPr>
          </a:lstStyle>
          <a:p>
            <a:pPr algn="l">
              <a:lnSpc>
                <a:spcPct val="100000"/>
              </a:lnSpc>
              <a:spcAft>
                <a:spcPts val="0"/>
              </a:spcAft>
              <a:buNone/>
            </a:pPr>
            <a:r>
              <a:rPr sz="4400" b="0">
                <a:solidFill>
                  <a:srgbClr val="FFFFFF"/>
                </a:solidFill>
                <a:latin typeface="Roboto Light"/>
              </a:rPr>
              <a:t>Scenario {{scenario_number}}</a:t>
            </a:r>
          </a:p>
        </p:txBody>
      </p:sp>
      <p:sp>
        <p:nvSpPr>
          <p:cNvPr id="4" name="Subtitle">
            <a:extLst>
              <a:ext uri="{FF2B5EF4-FFF2-40B4-BE49-F238E27FC236}">
                <a16:creationId xmlns:a16="http://schemas.microsoft.com/office/drawing/2014/main" id="{50413867-0860-40F0-87F8-A8724017EBE9}"/>
              </a:ext>
            </a:extLst>
          </p:cNvPr>
          <p:cNvSpPr>
            <a:spLocks noGrp="1"/>
          </p:cNvSpPr>
          <p:nvPr>
            <p:ph type="subTitle" idx="1"/>
          </p:nvPr>
        </p:nvSpPr>
        <p:spPr>
          <a:xfrm>
            <a:off x="1097280" y="3017520"/>
            <a:ext cx="9829800" cy="1078992"/>
          </a:xfrm>
        </p:spPr>
        <p:txBody>
          <a:bodyPr wrap="square" lIns="0" tIns="0" rIns="0" bIns="0" anchor="ctr">
            <a:noAutofit/>
          </a:bodyPr>
          <a:lstStyle>
            <a:lvl1pPr algn="l">
              <a:buNone/>
              <a:defRPr sz="3000" b="0">
                <a:solidFill>
                  <a:srgbClr val="FFFFFF"/>
                </a:solidFill>
                <a:latin typeface="Roboto Light"/>
              </a:defRPr>
            </a:lvl1pPr>
          </a:lstStyle>
          <a:p>
            <a:pPr algn="l">
              <a:lnSpc>
                <a:spcPct val="115000"/>
              </a:lnSpc>
              <a:spcAft>
                <a:spcPts val="900"/>
              </a:spcAft>
              <a:buNone/>
            </a:pPr>
            <a:r>
              <a:rPr sz="3000" b="0">
                <a:solidFill>
                  <a:srgbClr val="FFFFFF"/>
                </a:solidFill>
                <a:latin typeface="Roboto Light"/>
              </a:rPr>
              <a:t>{{scenario_title}}</a:t>
            </a:r>
          </a:p>
        </p:txBody>
      </p:sp>
      <p:pic>
        <p:nvPicPr>
          <p:cNvPr id="8" name="SCENARIO_START_PLANET_LOGO">
            <a:extLst>
              <a:ext uri="{FF2B5EF4-FFF2-40B4-BE49-F238E27FC236}">
                <a16:creationId xmlns:a16="http://schemas.microsoft.com/office/drawing/2014/main" id="{3C8948A5-8605-13DA-E233-57CB33B49371}"/>
              </a:ext>
            </a:extLst>
          </p:cNvPr>
          <p:cNvPicPr>
            <a:picLocks noChangeAspect="1"/>
          </p:cNvPicPr>
          <p:nvPr/>
        </p:nvPicPr>
        <p:blipFill>
          <a:blip r:embed="rId3"/>
          <a:srcRect/>
          <a:stretch/>
        </p:blipFill>
        <p:spPr>
          <a:xfrm>
            <a:off x="1184349" y="4901610"/>
            <a:ext cx="3251287" cy="40178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Inject">
    <p:bg>
      <p:bgPr>
        <a:solidFill>
          <a:srgbClr val="FFFFFF"/>
        </a:solidFill>
        <a:effectLst/>
      </p:bgPr>
    </p:bg>
    <p:spTree>
      <p:nvGrpSpPr>
        <p:cNvPr id="1" name=""/>
        <p:cNvGrpSpPr/>
        <p:nvPr/>
      </p:nvGrpSpPr>
      <p:grpSpPr>
        <a:xfrm>
          <a:off x="0" y="0"/>
          <a:ext cx="0" cy="0"/>
          <a:chOff x="0" y="0"/>
          <a:chExt cx="0" cy="0"/>
        </a:xfrm>
      </p:grpSpPr>
      <p:sp>
        <p:nvSpPr>
          <p:cNvPr id="5" name="Confidential – Planet IT">
            <a:extLst>
              <a:ext uri="{FF2B5EF4-FFF2-40B4-BE49-F238E27FC236}">
                <a16:creationId xmlns:a16="http://schemas.microsoft.com/office/drawing/2014/main" id="{9EA2017C-CF76-4E8C-8C4E-7869C98301E3}"/>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EF139458-7860-415D-8861-53C037C30E4D}"/>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D79742C6-C5EF-47E9-AC8D-7FAA6BBBC3BB}"/>
              </a:ext>
            </a:extLst>
          </p:cNvPr>
          <p:cNvSpPr>
            <a:spLocks noGrp="1"/>
          </p:cNvSpPr>
          <p:nvPr>
            <p:ph type="title"/>
          </p:nvPr>
        </p:nvSpPr>
        <p:spPr>
          <a:xfrm>
            <a:off x="914400" y="502920"/>
            <a:ext cx="10332720" cy="1005840"/>
          </a:xfrm>
        </p:spPr>
        <p:txBody>
          <a:bodyPr wrap="square" lIns="0" tIns="0" rIns="0" bIns="0" anchor="ctr">
            <a:noAutofit/>
          </a:bodyPr>
          <a:lstStyle/>
          <a:p>
            <a:r>
              <a:t>Inject {{inject_number}}{{inject_part}} — {{inject_title}}</a:t>
            </a:r>
          </a:p>
        </p:txBody>
      </p:sp>
      <p:sp>
        <p:nvSpPr>
          <p:cNvPr id="4" name="Content">
            <a:extLst>
              <a:ext uri="{FF2B5EF4-FFF2-40B4-BE49-F238E27FC236}">
                <a16:creationId xmlns:a16="http://schemas.microsoft.com/office/drawing/2014/main" id="{32358E4D-E599-4007-9782-3FB831C92986}"/>
              </a:ext>
            </a:extLst>
          </p:cNvPr>
          <p:cNvSpPr>
            <a:spLocks noGrp="1"/>
          </p:cNvSpPr>
          <p:nvPr>
            <p:ph idx="1"/>
          </p:nvPr>
        </p:nvSpPr>
        <p:spPr>
          <a:xfrm>
            <a:off x="914400" y="1828800"/>
            <a:ext cx="10332720" cy="4389120"/>
          </a:xfrm>
        </p:spPr>
        <p:txBody>
          <a:bodyPr wrap="square" lIns="73152" tIns="36576" rIns="73152" bIns="36576" anchor="t">
            <a:normAutofit/>
          </a:bodyPr>
          <a:lstStyle/>
          <a:p>
            <a:r>
              <a:t>{{inject_evidence_or_questions}}</a:t>
            </a:r>
          </a:p>
        </p:txBody>
      </p:sp>
      <p:sp>
        <p:nvSpPr>
          <p:cNvPr id="6"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9" name="PIGEN_EYEBROW"/>
          <p:cNvSpPr txBox="1"/>
          <p:nvPr/>
        </p:nvSpPr>
        <p:spPr>
          <a:xfrm>
            <a:off x="914400" y="228600"/>
            <a:ext cx="4023360" cy="219456"/>
          </a:xfrm>
          <a:prstGeom prst="rect">
            <a:avLst/>
          </a:prstGeom>
          <a:noFill/>
        </p:spPr>
        <p:txBody>
          <a:bodyPr wrap="square" lIns="0" tIns="0" rIns="0" bIns="0">
            <a:spAutoFit/>
          </a:bodyPr>
          <a:lstStyle/>
          <a:p>
            <a:pPr algn="l"/>
            <a:r>
              <a:rPr sz="1100" b="1">
                <a:solidFill>
                  <a:srgbClr val="FB8C00"/>
                </a:solidFill>
                <a:latin typeface="Calibri"/>
              </a:rPr>
              <a:t>INJECT</a:t>
            </a:r>
          </a:p>
        </p:txBody>
      </p:sp>
      <p:sp>
        <p:nvSpPr>
          <p:cNvPr id="10" name="PIGEN_HEADER_RULE"/>
          <p:cNvSpPr/>
          <p:nvPr/>
        </p:nvSpPr>
        <p:spPr>
          <a:xfrm>
            <a:off x="731520" y="160934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riority Actions">
    <p:bg>
      <p:bgPr>
        <a:solidFill>
          <a:srgbClr val="FFFFFF"/>
        </a:solidFill>
        <a:effectLst/>
      </p:bgPr>
    </p:bg>
    <p:spTree>
      <p:nvGrpSpPr>
        <p:cNvPr id="1" name=""/>
        <p:cNvGrpSpPr/>
        <p:nvPr/>
      </p:nvGrpSpPr>
      <p:grpSpPr>
        <a:xfrm>
          <a:off x="0" y="0"/>
          <a:ext cx="0" cy="0"/>
          <a:chOff x="0" y="0"/>
          <a:chExt cx="0" cy="0"/>
        </a:xfrm>
      </p:grpSpPr>
      <p:sp>
        <p:nvSpPr>
          <p:cNvPr id="5" name="Confidential – Planet IT">
            <a:extLst>
              <a:ext uri="{FF2B5EF4-FFF2-40B4-BE49-F238E27FC236}">
                <a16:creationId xmlns:a16="http://schemas.microsoft.com/office/drawing/2014/main" id="{0246DA89-1FC1-42CD-88B4-10FB8392666D}"/>
              </a:ext>
            </a:extLst>
          </p:cNvPr>
          <p:cNvSpPr>
            <a:spLocks noGrp="1"/>
          </p:cNvSpPr>
          <p:nvPr>
            <p:ph type="ftr" idx="91"/>
          </p:nvPr>
        </p:nvSpPr>
        <p:spPr>
          <a:xfrm>
            <a:off x="640080" y="6400800"/>
            <a:ext cx="3143250" cy="190500"/>
          </a:xfrm>
        </p:spPr>
        <p:txBody>
          <a:bodyPr wrap="square" lIns="0" tIns="0" rIns="0" bIns="0" anchor="ctr">
            <a:noAutofit/>
          </a:bodyPr>
          <a:lstStyle/>
          <a:p>
            <a:pPr algn="l">
              <a:lnSpc>
                <a:spcPct val="100000"/>
              </a:lnSpc>
              <a:spcAft>
                <a:spcPts val="0"/>
              </a:spcAft>
            </a:pPr>
            <a:r>
              <a:rPr sz="900" b="0">
                <a:solidFill>
                  <a:srgbClr val="5D6C75"/>
                </a:solidFill>
                <a:latin typeface="Calibri"/>
              </a:rPr>
              <a:t>Confidential – Planet IT</a:t>
            </a:r>
            <a:endParaRPr/>
          </a:p>
        </p:txBody>
      </p:sp>
      <p:sp>
        <p:nvSpPr>
          <p:cNvPr id="2" name="Slide Number">
            <a:extLst>
              <a:ext uri="{FF2B5EF4-FFF2-40B4-BE49-F238E27FC236}">
                <a16:creationId xmlns:a16="http://schemas.microsoft.com/office/drawing/2014/main" id="{EA62866E-913B-47F3-84F4-63C8C0462A51}"/>
              </a:ext>
            </a:extLst>
          </p:cNvPr>
          <p:cNvSpPr>
            <a:spLocks noGrp="1"/>
          </p:cNvSpPr>
          <p:nvPr>
            <p:ph type="sldNum" idx="90"/>
          </p:nvPr>
        </p:nvSpPr>
        <p:spPr>
          <a:xfrm>
            <a:off x="11049000" y="6400800"/>
            <a:ext cx="495300" cy="190500"/>
          </a:xfrm>
        </p:spPr>
        <p:txBody>
          <a:bodyPr wrap="none" lIns="0" tIns="0" rIns="0" bIns="0" anchor="ctr">
            <a:normAutofit/>
          </a:bodyPr>
          <a:lstStyle/>
          <a:p>
            <a:endParaRPr/>
          </a:p>
        </p:txBody>
      </p:sp>
      <p:sp>
        <p:nvSpPr>
          <p:cNvPr id="3" name="Title">
            <a:extLst>
              <a:ext uri="{FF2B5EF4-FFF2-40B4-BE49-F238E27FC236}">
                <a16:creationId xmlns:a16="http://schemas.microsoft.com/office/drawing/2014/main" id="{AE0ADEE1-3F65-4DC3-99FD-CBEFA001E1DF}"/>
              </a:ext>
            </a:extLst>
          </p:cNvPr>
          <p:cNvSpPr>
            <a:spLocks noGrp="1"/>
          </p:cNvSpPr>
          <p:nvPr>
            <p:ph type="title"/>
          </p:nvPr>
        </p:nvSpPr>
        <p:spPr>
          <a:xfrm>
            <a:off x="914400" y="502920"/>
            <a:ext cx="10332720" cy="1005840"/>
          </a:xfrm>
        </p:spPr>
        <p:txBody>
          <a:bodyPr wrap="square" lIns="0" tIns="0" rIns="0" bIns="0" anchor="ctr">
            <a:noAutofit/>
          </a:bodyPr>
          <a:lstStyle/>
          <a:p>
            <a:pPr algn="l">
              <a:lnSpc>
                <a:spcPct val="100000"/>
              </a:lnSpc>
              <a:spcAft>
                <a:spcPts val="0"/>
              </a:spcAft>
            </a:pPr>
            <a:r>
              <a:rPr sz="3400" b="1">
                <a:solidFill>
                  <a:srgbClr val="23506A"/>
                </a:solidFill>
                <a:latin typeface="Calibri"/>
              </a:rPr>
              <a:t>Priority actions</a:t>
            </a:r>
          </a:p>
        </p:txBody>
      </p:sp>
      <p:sp>
        <p:nvSpPr>
          <p:cNvPr id="4" name="Content">
            <a:extLst>
              <a:ext uri="{FF2B5EF4-FFF2-40B4-BE49-F238E27FC236}">
                <a16:creationId xmlns:a16="http://schemas.microsoft.com/office/drawing/2014/main" id="{57C5A42B-B888-4767-8BEA-FF46FB79F55E}"/>
              </a:ext>
            </a:extLst>
          </p:cNvPr>
          <p:cNvSpPr>
            <a:spLocks noGrp="1"/>
          </p:cNvSpPr>
          <p:nvPr>
            <p:ph idx="1"/>
          </p:nvPr>
        </p:nvSpPr>
        <p:spPr>
          <a:xfrm>
            <a:off x="914400" y="1828800"/>
            <a:ext cx="8046720" cy="4389120"/>
          </a:xfrm>
        </p:spPr>
        <p:txBody>
          <a:bodyPr wrap="square" lIns="73152" tIns="36576" rIns="73152" bIns="36576" anchor="t">
            <a:noAutofit/>
          </a:bodyPr>
          <a:lstStyle/>
          <a:p>
            <a:pPr algn="l">
              <a:lnSpc>
                <a:spcPct val="110000"/>
              </a:lnSpc>
              <a:spcAft>
                <a:spcPts val="300"/>
              </a:spcAft>
            </a:pPr>
            <a:r>
              <a:rPr sz="1400" b="1">
                <a:solidFill>
                  <a:srgbClr val="23506A"/>
                </a:solidFill>
                <a:latin typeface="Calibri"/>
              </a:rPr>
              <a:t>Priority action</a:t>
            </a:r>
          </a:p>
          <a:p>
            <a:pPr algn="l">
              <a:lnSpc>
                <a:spcPct val="110000"/>
              </a:lnSpc>
              <a:spcAft>
                <a:spcPts val="1000"/>
              </a:spcAft>
            </a:pPr>
            <a:r>
              <a:rPr sz="1250" b="0">
                <a:solidFill>
                  <a:srgbClr val="5D6C75"/>
                </a:solidFill>
                <a:latin typeface="Calibri"/>
              </a:rPr>
              <a:t>Owner • timing • evidence</a:t>
            </a:r>
          </a:p>
          <a:p>
            <a:pPr algn="l">
              <a:lnSpc>
                <a:spcPct val="110000"/>
              </a:lnSpc>
              <a:spcAft>
                <a:spcPts val="300"/>
              </a:spcAft>
            </a:pPr>
            <a:r>
              <a:rPr sz="1400" b="1">
                <a:solidFill>
                  <a:srgbClr val="23506A"/>
                </a:solidFill>
                <a:latin typeface="Calibri"/>
              </a:rPr>
              <a:t>Priority action</a:t>
            </a:r>
          </a:p>
          <a:p>
            <a:pPr algn="l">
              <a:lnSpc>
                <a:spcPct val="110000"/>
              </a:lnSpc>
              <a:spcAft>
                <a:spcPts val="0"/>
              </a:spcAft>
            </a:pPr>
            <a:r>
              <a:rPr sz="1250" b="0">
                <a:solidFill>
                  <a:srgbClr val="5D6C75"/>
                </a:solidFill>
                <a:latin typeface="Calibri"/>
              </a:rPr>
              <a:t>Owner • timing • evidence</a:t>
            </a:r>
          </a:p>
        </p:txBody>
      </p:sp>
      <p:sp>
        <p:nvSpPr>
          <p:cNvPr id="6" name="PIGEN_NAVY_RAIL"/>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IGEN_FOOTER_RULE"/>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IGEN_CONFIDENTIAL"/>
          <p:cNvSpPr txBox="1"/>
          <p:nvPr/>
        </p:nvSpPr>
        <p:spPr>
          <a:xfrm>
            <a:off x="640080" y="6382512"/>
            <a:ext cx="3108960" cy="182880"/>
          </a:xfrm>
          <a:prstGeom prst="rect">
            <a:avLst/>
          </a:prstGeom>
          <a:noFill/>
        </p:spPr>
        <p:txBody>
          <a:bodyPr wrap="square" lIns="0" tIns="0" rIns="0" bIns="0">
            <a:spAutoFit/>
          </a:bodyPr>
          <a:lstStyle/>
          <a:p>
            <a:pPr algn="l"/>
            <a:r>
              <a:rPr sz="900" b="0">
                <a:solidFill>
                  <a:srgbClr val="5D6C75"/>
                </a:solidFill>
                <a:latin typeface="Calibri"/>
              </a:rPr>
              <a:t>Confidential – Planet IT</a:t>
            </a:r>
          </a:p>
        </p:txBody>
      </p:sp>
      <p:sp>
        <p:nvSpPr>
          <p:cNvPr id="9" name="PIGEN_EYEBROW"/>
          <p:cNvSpPr txBox="1"/>
          <p:nvPr/>
        </p:nvSpPr>
        <p:spPr>
          <a:xfrm>
            <a:off x="914400" y="228600"/>
            <a:ext cx="4023360" cy="219456"/>
          </a:xfrm>
          <a:prstGeom prst="rect">
            <a:avLst/>
          </a:prstGeom>
          <a:noFill/>
        </p:spPr>
        <p:txBody>
          <a:bodyPr wrap="square" lIns="0" tIns="0" rIns="0" bIns="0">
            <a:spAutoFit/>
          </a:bodyPr>
          <a:lstStyle/>
          <a:p>
            <a:pPr algn="l"/>
            <a:r>
              <a:rPr sz="1100" b="1">
                <a:solidFill>
                  <a:srgbClr val="FB8C00"/>
                </a:solidFill>
                <a:latin typeface="Calibri"/>
              </a:rPr>
              <a:t>AFTER THE EXERCISE</a:t>
            </a:r>
          </a:p>
        </p:txBody>
      </p:sp>
      <p:sp>
        <p:nvSpPr>
          <p:cNvPr id="10" name="PIGEN_HEADER_RULE"/>
          <p:cNvSpPr/>
          <p:nvPr/>
        </p:nvSpPr>
        <p:spPr>
          <a:xfrm>
            <a:off x="731520" y="160934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anet IT 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540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a:lnSpc>
          <a:spcPct val="100000"/>
        </a:lnSpc>
        <a:spcBef>
          <a:spcPts val="0"/>
        </a:spcBef>
        <a:spcAft>
          <a:spcPts val="0"/>
        </a:spcAft>
        <a:buNone/>
        <a:defRPr sz="4000">
          <a:solidFill>
            <a:schemeClr val="accent1"/>
          </a:solidFill>
          <a:latin typeface="+mj-lt"/>
          <a:ea typeface="+mj-lt"/>
          <a:cs typeface="+mj-lt"/>
        </a:defRPr>
      </a:lvl1pPr>
    </p:titleStyle>
    <p:bodyStyle>
      <a:lvl1pPr marL="228600" indent="-228600" algn="l">
        <a:lnSpc>
          <a:spcPct val="115000"/>
        </a:lnSpc>
        <a:spcBef>
          <a:spcPts val="1000"/>
        </a:spcBef>
        <a:spcAft>
          <a:spcPts val="1200"/>
        </a:spcAft>
        <a:buChar char="•"/>
        <a:defRPr sz="1400">
          <a:solidFill>
            <a:schemeClr val="tx1"/>
          </a:solidFill>
          <a:latin typeface="+mn-lt"/>
          <a:ea typeface="+mn-lt"/>
          <a:cs typeface="+mn-lt"/>
        </a:defRPr>
      </a:lvl1pPr>
      <a:lvl2pPr marL="685800" indent="-228600" algn="l">
        <a:lnSpc>
          <a:spcPct val="115000"/>
        </a:lnSpc>
        <a:spcBef>
          <a:spcPts val="500"/>
        </a:spcBef>
        <a:spcAft>
          <a:spcPts val="1200"/>
        </a:spcAft>
        <a:buChar char="•"/>
        <a:defRPr sz="1300">
          <a:solidFill>
            <a:schemeClr val="tx1"/>
          </a:solidFill>
          <a:latin typeface="+mn-lt"/>
          <a:ea typeface="+mn-lt"/>
          <a:cs typeface="+mn-lt"/>
        </a:defRPr>
      </a:lvl2pPr>
      <a:lvl3pPr marL="1143000" indent="-228600" algn="l">
        <a:lnSpc>
          <a:spcPct val="115000"/>
        </a:lnSpc>
        <a:spcBef>
          <a:spcPts val="500"/>
        </a:spcBef>
        <a:spcAft>
          <a:spcPts val="1200"/>
        </a:spcAft>
        <a:buChar char="•"/>
        <a:defRPr sz="1200">
          <a:solidFill>
            <a:schemeClr val="tx1"/>
          </a:solidFill>
          <a:latin typeface="+mn-lt"/>
          <a:ea typeface="+mn-lt"/>
          <a:cs typeface="+mn-lt"/>
        </a:defRPr>
      </a:lvl3pPr>
      <a:lvl4pPr marL="1600200" indent="-228600" algn="l">
        <a:lnSpc>
          <a:spcPct val="115000"/>
        </a:lnSpc>
        <a:spcBef>
          <a:spcPts val="500"/>
        </a:spcBef>
        <a:spcAft>
          <a:spcPts val="1200"/>
        </a:spcAft>
        <a:buChar char="•"/>
        <a:defRPr sz="1200">
          <a:solidFill>
            <a:schemeClr val="tx1"/>
          </a:solidFill>
          <a:latin typeface="+mn-lt"/>
          <a:ea typeface="+mn-lt"/>
          <a:cs typeface="+mn-lt"/>
        </a:defRPr>
      </a:lvl4pPr>
      <a:lvl5pPr marL="2057400" indent="-228600" algn="l">
        <a:lnSpc>
          <a:spcPct val="115000"/>
        </a:lnSpc>
        <a:spcBef>
          <a:spcPts val="500"/>
        </a:spcBef>
        <a:spcAft>
          <a:spcPts val="1200"/>
        </a:spcAft>
        <a:buChar char="•"/>
        <a:defRPr sz="1200">
          <a:solidFill>
            <a:schemeClr val="tx1"/>
          </a:solidFill>
          <a:latin typeface="+mn-lt"/>
          <a:ea typeface="+mn-lt"/>
          <a:cs typeface="+mn-lt"/>
        </a:defRPr>
      </a:lvl5pPr>
      <a:lvl6pPr marL="2514600" indent="-228600" algn="l">
        <a:lnSpc>
          <a:spcPct val="115000"/>
        </a:lnSpc>
        <a:spcBef>
          <a:spcPts val="500"/>
        </a:spcBef>
        <a:spcAft>
          <a:spcPts val="1200"/>
        </a:spcAft>
        <a:buChar char="•"/>
        <a:defRPr sz="1200">
          <a:solidFill>
            <a:schemeClr val="tx1"/>
          </a:solidFill>
          <a:latin typeface="+mn-lt"/>
          <a:ea typeface="+mn-lt"/>
          <a:cs typeface="+mn-lt"/>
        </a:defRPr>
      </a:lvl6pPr>
      <a:lvl7pPr marL="2971800" indent="-228600" algn="l">
        <a:lnSpc>
          <a:spcPct val="115000"/>
        </a:lnSpc>
        <a:spcBef>
          <a:spcPts val="500"/>
        </a:spcBef>
        <a:spcAft>
          <a:spcPts val="1200"/>
        </a:spcAft>
        <a:buChar char="•"/>
        <a:defRPr sz="1200">
          <a:solidFill>
            <a:schemeClr val="tx1"/>
          </a:solidFill>
          <a:latin typeface="+mn-lt"/>
          <a:ea typeface="+mn-lt"/>
          <a:cs typeface="+mn-lt"/>
        </a:defRPr>
      </a:lvl7pPr>
      <a:lvl8pPr marL="3429000" indent="-228600" algn="l">
        <a:lnSpc>
          <a:spcPct val="115000"/>
        </a:lnSpc>
        <a:spcBef>
          <a:spcPts val="500"/>
        </a:spcBef>
        <a:spcAft>
          <a:spcPts val="1200"/>
        </a:spcAft>
        <a:buChar char="•"/>
        <a:defRPr sz="1200">
          <a:solidFill>
            <a:schemeClr val="tx1"/>
          </a:solidFill>
          <a:latin typeface="+mn-lt"/>
          <a:ea typeface="+mn-lt"/>
          <a:cs typeface="+mn-lt"/>
        </a:defRPr>
      </a:lvl8pPr>
      <a:lvl9pPr marL="3886200" indent="-228600" algn="l">
        <a:lnSpc>
          <a:spcPct val="115000"/>
        </a:lnSpc>
        <a:spcBef>
          <a:spcPts val="500"/>
        </a:spcBef>
        <a:spcAft>
          <a:spcPts val="1200"/>
        </a:spcAft>
        <a:buChar char="•"/>
        <a:defRPr sz="1200">
          <a:solidFill>
            <a:schemeClr val="tx1"/>
          </a:solidFill>
          <a:latin typeface="+mn-lt"/>
          <a:ea typeface="+mn-lt"/>
          <a:cs typeface="+mn-lt"/>
        </a:defRPr>
      </a:lvl9pPr>
    </p:bodyStyle>
    <p:otherStyle>
      <a:lvl1pPr marL="0" algn="l">
        <a:lnSpc>
          <a:spcPct val="115000"/>
        </a:lnSpc>
        <a:buNone/>
        <a:defRPr sz="1400">
          <a:solidFill>
            <a:schemeClr val="tx1"/>
          </a:solidFill>
          <a:latin typeface="+mn-lt"/>
          <a:ea typeface="+mn-lt"/>
          <a:cs typeface="+mn-lt"/>
        </a:defRPr>
      </a:lvl1pPr>
      <a:lvl2pPr marL="457200" algn="l">
        <a:lnSpc>
          <a:spcPct val="115000"/>
        </a:lnSpc>
        <a:buNone/>
        <a:defRPr sz="1400">
          <a:solidFill>
            <a:schemeClr val="tx1"/>
          </a:solidFill>
          <a:latin typeface="+mn-lt"/>
          <a:ea typeface="+mn-lt"/>
          <a:cs typeface="+mn-lt"/>
        </a:defRPr>
      </a:lvl2pPr>
      <a:lvl3pPr marL="914400" algn="l">
        <a:lnSpc>
          <a:spcPct val="115000"/>
        </a:lnSpc>
        <a:buNone/>
        <a:defRPr sz="1400">
          <a:solidFill>
            <a:schemeClr val="tx1"/>
          </a:solidFill>
          <a:latin typeface="+mn-lt"/>
          <a:ea typeface="+mn-lt"/>
          <a:cs typeface="+mn-lt"/>
        </a:defRPr>
      </a:lvl3pPr>
      <a:lvl4pPr marL="1371600" algn="l">
        <a:lnSpc>
          <a:spcPct val="115000"/>
        </a:lnSpc>
        <a:buNone/>
        <a:defRPr sz="1400">
          <a:solidFill>
            <a:schemeClr val="tx1"/>
          </a:solidFill>
          <a:latin typeface="+mn-lt"/>
          <a:ea typeface="+mn-lt"/>
          <a:cs typeface="+mn-lt"/>
        </a:defRPr>
      </a:lvl4pPr>
      <a:lvl5pPr marL="1828800" algn="l">
        <a:lnSpc>
          <a:spcPct val="115000"/>
        </a:lnSpc>
        <a:buNone/>
        <a:defRPr sz="1400">
          <a:solidFill>
            <a:schemeClr val="tx1"/>
          </a:solidFill>
          <a:latin typeface="+mn-lt"/>
          <a:ea typeface="+mn-lt"/>
          <a:cs typeface="+mn-lt"/>
        </a:defRPr>
      </a:lvl5pPr>
      <a:lvl6pPr marL="2286000" algn="l">
        <a:lnSpc>
          <a:spcPct val="115000"/>
        </a:lnSpc>
        <a:buNone/>
        <a:defRPr sz="1400">
          <a:solidFill>
            <a:schemeClr val="tx1"/>
          </a:solidFill>
          <a:latin typeface="+mn-lt"/>
          <a:ea typeface="+mn-lt"/>
          <a:cs typeface="+mn-lt"/>
        </a:defRPr>
      </a:lvl6pPr>
      <a:lvl7pPr marL="2743200" algn="l">
        <a:lnSpc>
          <a:spcPct val="115000"/>
        </a:lnSpc>
        <a:buNone/>
        <a:defRPr sz="1400">
          <a:solidFill>
            <a:schemeClr val="tx1"/>
          </a:solidFill>
          <a:latin typeface="+mn-lt"/>
          <a:ea typeface="+mn-lt"/>
          <a:cs typeface="+mn-lt"/>
        </a:defRPr>
      </a:lvl7pPr>
      <a:lvl8pPr marL="3200400" algn="l">
        <a:lnSpc>
          <a:spcPct val="115000"/>
        </a:lnSpc>
        <a:buNone/>
        <a:defRPr sz="1400">
          <a:solidFill>
            <a:schemeClr val="tx1"/>
          </a:solidFill>
          <a:latin typeface="+mn-lt"/>
          <a:ea typeface="+mn-lt"/>
          <a:cs typeface="+mn-lt"/>
        </a:defRPr>
      </a:lvl8pPr>
      <a:lvl9pPr marL="3657600" algn="l">
        <a:lnSpc>
          <a:spcPct val="115000"/>
        </a:lnSpc>
        <a:buNone/>
        <a:defRPr sz="14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STATIC_01_PLANET_FRONT_PAGE"/>
          <p:cNvPicPr>
            <a:picLocks noChangeAspect="1"/>
          </p:cNvPicPr>
          <p:nvPr/>
        </p:nvPicPr>
        <p:blipFill>
          <a:blip r:embed="rId3">
            <a:extLst>
              <a:ext uri="{28A0092B-C50C-407E-A947-70E740481C1C}">
                <a14:useLocalDpi xmlns:a14="http://schemas.microsoft.com/office/drawing/2010/main" val="0"/>
              </a:ext>
            </a:extLst>
          </a:blip>
          <a:srcRect t="18" b="18"/>
          <a:stretch/>
        </p:blipFill>
        <p:spPr>
          <a:xfrm>
            <a:off x="-4392" y="0"/>
            <a:ext cx="12196392" cy="6858000"/>
          </a:xfrm>
          <a:prstGeom prst="rect">
            <a:avLst/>
          </a:prstGeom>
        </p:spPr>
      </p:pic>
      <p:sp>
        <p:nvSpPr>
          <p:cNvPr id="6" name="Rectangle 5">
            <a:extLst>
              <a:ext uri="{FF2B5EF4-FFF2-40B4-BE49-F238E27FC236}">
                <a16:creationId xmlns:a16="http://schemas.microsoft.com/office/drawing/2014/main" id="{10409947-0A45-4F47-BEEF-8C91B0E4C7DC}"/>
              </a:ext>
            </a:extLst>
          </p:cNvPr>
          <p:cNvSpPr>
            <a:spLocks noGrp="1"/>
          </p:cNvSpPr>
          <p:nvPr/>
        </p:nvSpPr>
        <p:spPr>
          <a:xfrm>
            <a:off x="-4392" y="0"/>
            <a:ext cx="12196392" cy="6858000"/>
          </a:xfrm>
          <a:prstGeom prst="rect">
            <a:avLst/>
          </a:prstGeom>
          <a:solidFill>
            <a:srgbClr val="1E5670">
              <a:alpha val="87059"/>
            </a:srgbClr>
          </a:solidFill>
          <a:ln w="25400">
            <a:noFill/>
            <a:prstDash val="solid"/>
          </a:ln>
        </p:spPr>
        <p:style>
          <a:lnRef idx="0">
            <a:scrgbClr r="0" g="0" b="0"/>
          </a:lnRef>
          <a:fillRef idx="0">
            <a:scrgbClr r="0" g="0" b="0"/>
          </a:fillRef>
          <a:effectRef idx="0">
            <a:scrgbClr r="0" g="0" b="0"/>
          </a:effectRef>
          <a:fontRef idx="major"/>
        </p:style>
        <p:txBody>
          <a:bodyPr rot="0" spcFirstLastPara="1" vert="horz" wrap="square" lIns="45719" tIns="45719" rIns="45719" bIns="45719" anchor="t">
            <a:spAutoFit/>
          </a:bodyPr>
          <a:lstStyle/>
          <a:p>
            <a:pPr marL="0" indent="0" algn="l">
              <a:lnSpc>
                <a:spcPct val="100000"/>
              </a:lnSpc>
              <a:spcBef>
                <a:spcPts val="0"/>
              </a:spcBef>
              <a:spcAft>
                <a:spcPts val="0"/>
              </a:spcAft>
              <a:buNone/>
            </a:pPr>
            <a:endParaRPr/>
          </a:p>
        </p:txBody>
      </p:sp>
      <p:sp>
        <p:nvSpPr>
          <p:cNvPr id="20" name="Rectangle 19">
            <a:extLst>
              <a:ext uri="{FF2B5EF4-FFF2-40B4-BE49-F238E27FC236}">
                <a16:creationId xmlns:a16="http://schemas.microsoft.com/office/drawing/2014/main" id="{13F1D7D1-F6C9-1741-B9A5-EEC2014B9A01}"/>
              </a:ext>
            </a:extLst>
          </p:cNvPr>
          <p:cNvSpPr>
            <a:spLocks noGrp="1"/>
          </p:cNvSpPr>
          <p:nvPr/>
        </p:nvSpPr>
        <p:spPr>
          <a:xfrm>
            <a:off x="641815" y="2061040"/>
            <a:ext cx="2681247" cy="830997"/>
          </a:xfrm>
          <a:prstGeom prst="rect">
            <a:avLst/>
          </a:prstGeom>
        </p:spPr>
        <p:txBody>
          <a:bodyPr wrap="none">
            <a:spAutoFit/>
          </a:bodyPr>
          <a:lstStyle/>
          <a:p>
            <a:r>
              <a:rPr sz="4800">
                <a:solidFill>
                  <a:schemeClr val="bg1"/>
                </a:solidFill>
              </a:rPr>
              <a:t>{{ Client }}</a:t>
            </a:r>
          </a:p>
        </p:txBody>
      </p:sp>
      <p:sp>
        <p:nvSpPr>
          <p:cNvPr id="2" name="Rectangle 1">
            <a:extLst>
              <a:ext uri="{FF2B5EF4-FFF2-40B4-BE49-F238E27FC236}">
                <a16:creationId xmlns:a16="http://schemas.microsoft.com/office/drawing/2014/main" id="{06E44CBB-0B4C-1E8F-F52C-C1FE30F8761A}"/>
              </a:ext>
            </a:extLst>
          </p:cNvPr>
          <p:cNvSpPr>
            <a:spLocks noGrp="1"/>
          </p:cNvSpPr>
          <p:nvPr/>
        </p:nvSpPr>
        <p:spPr>
          <a:xfrm>
            <a:off x="641813" y="3566262"/>
            <a:ext cx="2380780" cy="584775"/>
          </a:xfrm>
          <a:prstGeom prst="rect">
            <a:avLst/>
          </a:prstGeom>
        </p:spPr>
        <p:txBody>
          <a:bodyPr wrap="none">
            <a:spAutoFit/>
          </a:bodyPr>
          <a:lstStyle/>
          <a:p>
            <a:r>
              <a:rPr sz="3200">
                <a:solidFill>
                  <a:schemeClr val="bg1"/>
                </a:solidFill>
              </a:rPr>
              <a:t>DD MM YYYY</a:t>
            </a:r>
          </a:p>
        </p:txBody>
      </p:sp>
      <p:pic>
        <p:nvPicPr>
          <p:cNvPr id="22" name="Picture 2"/>
          <p:cNvPicPr>
            <a:picLocks noChangeAspect="1"/>
          </p:cNvPicPr>
          <p:nvPr/>
        </p:nvPicPr>
        <p:blipFill>
          <a:blip r:embed="rId4"/>
          <a:stretch>
            <a:fillRect/>
          </a:stretch>
        </p:blipFill>
        <p:spPr>
          <a:xfrm>
            <a:off x="6240979" y="5883302"/>
            <a:ext cx="1477432" cy="664015"/>
          </a:xfrm>
          <a:prstGeom prst="rect">
            <a:avLst/>
          </a:prstGeom>
        </p:spPr>
      </p:pic>
      <p:pic>
        <p:nvPicPr>
          <p:cNvPr id="23" name="Picture 3"/>
          <p:cNvPicPr>
            <a:picLocks noChangeAspect="1"/>
          </p:cNvPicPr>
          <p:nvPr/>
        </p:nvPicPr>
        <p:blipFill>
          <a:blip r:embed="rId5"/>
          <a:stretch>
            <a:fillRect/>
          </a:stretch>
        </p:blipFill>
        <p:spPr>
          <a:xfrm>
            <a:off x="1461441" y="5987143"/>
            <a:ext cx="1808074" cy="591381"/>
          </a:xfrm>
          <a:prstGeom prst="rect">
            <a:avLst/>
          </a:prstGeom>
        </p:spPr>
      </p:pic>
      <p:pic>
        <p:nvPicPr>
          <p:cNvPr id="24" name="Picture 4"/>
          <p:cNvPicPr>
            <a:picLocks noChangeAspect="1"/>
          </p:cNvPicPr>
          <p:nvPr/>
        </p:nvPicPr>
        <p:blipFill>
          <a:blip r:embed="rId6"/>
          <a:stretch>
            <a:fillRect/>
          </a:stretch>
        </p:blipFill>
        <p:spPr>
          <a:xfrm>
            <a:off x="271296" y="5747657"/>
            <a:ext cx="1062253" cy="786998"/>
          </a:xfrm>
          <a:prstGeom prst="rect">
            <a:avLst/>
          </a:prstGeom>
        </p:spPr>
      </p:pic>
      <p:pic>
        <p:nvPicPr>
          <p:cNvPr id="25" name="Picture 6"/>
          <p:cNvPicPr>
            <a:picLocks noChangeAspect="1"/>
          </p:cNvPicPr>
          <p:nvPr/>
        </p:nvPicPr>
        <p:blipFill>
          <a:blip r:embed="rId7"/>
          <a:stretch>
            <a:fillRect/>
          </a:stretch>
        </p:blipFill>
        <p:spPr>
          <a:xfrm>
            <a:off x="3485317" y="5623811"/>
            <a:ext cx="816562" cy="978375"/>
          </a:xfrm>
          <a:prstGeom prst="rect">
            <a:avLst/>
          </a:prstGeom>
        </p:spPr>
      </p:pic>
      <p:pic>
        <p:nvPicPr>
          <p:cNvPr id="26" name="Picture 7"/>
          <p:cNvPicPr>
            <a:picLocks noChangeAspect="1"/>
          </p:cNvPicPr>
          <p:nvPr/>
        </p:nvPicPr>
        <p:blipFill>
          <a:blip r:embed="rId8"/>
          <a:stretch>
            <a:fillRect/>
          </a:stretch>
        </p:blipFill>
        <p:spPr>
          <a:xfrm>
            <a:off x="4679973" y="5164450"/>
            <a:ext cx="1268822" cy="664017"/>
          </a:xfrm>
          <a:prstGeom prst="rect">
            <a:avLst/>
          </a:prstGeom>
        </p:spPr>
      </p:pic>
      <p:pic>
        <p:nvPicPr>
          <p:cNvPr id="27" name="Picture 9"/>
          <p:cNvPicPr>
            <a:picLocks noChangeAspect="1"/>
          </p:cNvPicPr>
          <p:nvPr/>
        </p:nvPicPr>
        <p:blipFill>
          <a:blip r:embed="rId9"/>
          <a:stretch>
            <a:fillRect/>
          </a:stretch>
        </p:blipFill>
        <p:spPr>
          <a:xfrm>
            <a:off x="4679973" y="4444265"/>
            <a:ext cx="1269894" cy="664017"/>
          </a:xfrm>
          <a:prstGeom prst="rect">
            <a:avLst/>
          </a:prstGeom>
        </p:spPr>
      </p:pic>
      <p:pic>
        <p:nvPicPr>
          <p:cNvPr id="28" name="Picture 10"/>
          <p:cNvPicPr>
            <a:picLocks noChangeAspect="1"/>
          </p:cNvPicPr>
          <p:nvPr/>
        </p:nvPicPr>
        <p:blipFill>
          <a:blip r:embed="rId10"/>
          <a:stretch>
            <a:fillRect/>
          </a:stretch>
        </p:blipFill>
        <p:spPr>
          <a:xfrm>
            <a:off x="4679972" y="5884635"/>
            <a:ext cx="1268820" cy="664016"/>
          </a:xfrm>
          <a:prstGeom prst="rect">
            <a:avLst/>
          </a:prstGeom>
        </p:spPr>
      </p:pic>
      <p:pic>
        <p:nvPicPr>
          <p:cNvPr id="29" name="Picture 11"/>
          <p:cNvPicPr>
            <a:picLocks noChangeAspect="1"/>
          </p:cNvPicPr>
          <p:nvPr/>
        </p:nvPicPr>
        <p:blipFill>
          <a:blip r:embed="rId11"/>
          <a:srcRect/>
          <a:stretch/>
        </p:blipFill>
        <p:spPr>
          <a:xfrm>
            <a:off x="6302929" y="5080253"/>
            <a:ext cx="1415481" cy="667403"/>
          </a:xfrm>
          <a:prstGeom prst="rect">
            <a:avLst/>
          </a:prstGeom>
        </p:spPr>
      </p:pic>
      <p:pic>
        <p:nvPicPr>
          <p:cNvPr id="30" name="Picture 12"/>
          <p:cNvPicPr>
            <a:picLocks noChangeAspect="1"/>
          </p:cNvPicPr>
          <p:nvPr/>
        </p:nvPicPr>
        <p:blipFill>
          <a:blip r:embed="rId12"/>
          <a:stretch>
            <a:fillRect/>
          </a:stretch>
        </p:blipFill>
        <p:spPr>
          <a:xfrm>
            <a:off x="802422" y="1176021"/>
            <a:ext cx="3871624" cy="478444"/>
          </a:xfrm>
          <a:prstGeom prst="rect">
            <a:avLst/>
          </a:prstGeom>
        </p:spPr>
      </p:pic>
      <p:pic>
        <p:nvPicPr>
          <p:cNvPr id="31" name="Picture 14"/>
          <p:cNvPicPr>
            <a:picLocks noChangeAspect="1"/>
          </p:cNvPicPr>
          <p:nvPr/>
        </p:nvPicPr>
        <p:blipFill>
          <a:blip r:embed="rId13"/>
          <a:stretch>
            <a:fillRect/>
          </a:stretch>
        </p:blipFill>
        <p:spPr>
          <a:xfrm>
            <a:off x="7973280" y="5484983"/>
            <a:ext cx="4022428" cy="1015663"/>
          </a:xfrm>
          <a:prstGeom prst="rect">
            <a:avLst/>
          </a:prstGeom>
        </p:spPr>
      </p:pic>
      <p:sp>
        <p:nvSpPr>
          <p:cNvPr id="9" name="Rectangle 8">
            <a:extLst>
              <a:ext uri="{FF2B5EF4-FFF2-40B4-BE49-F238E27FC236}">
                <a16:creationId xmlns:a16="http://schemas.microsoft.com/office/drawing/2014/main" id="{99C3D01C-5EA5-5BBD-CD3B-20899BB67AE4}"/>
              </a:ext>
            </a:extLst>
          </p:cNvPr>
          <p:cNvSpPr>
            <a:spLocks noGrp="1"/>
          </p:cNvSpPr>
          <p:nvPr/>
        </p:nvSpPr>
        <p:spPr>
          <a:xfrm>
            <a:off x="641814" y="2735265"/>
            <a:ext cx="8189421" cy="830997"/>
          </a:xfrm>
          <a:prstGeom prst="rect">
            <a:avLst/>
          </a:prstGeom>
        </p:spPr>
        <p:txBody>
          <a:bodyPr wrap="none">
            <a:spAutoFit/>
          </a:bodyPr>
          <a:lstStyle/>
          <a:p>
            <a:r>
              <a:rPr sz="4800" dirty="0">
                <a:solidFill>
                  <a:schemeClr val="bg1"/>
                </a:solidFill>
              </a:rPr>
              <a:t>Cybersecurity Tabletop Scenario</a:t>
            </a:r>
          </a:p>
        </p:txBody>
      </p:sp>
    </p:spTree>
    <p:extLst>
      <p:ext uri="{BB962C8B-B14F-4D97-AF65-F5344CB8AC3E}">
        <p14:creationId xmlns:p14="http://schemas.microsoft.com/office/powerpoint/2010/main" val="92307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438912"/>
            <a:ext cx="10607040" cy="219456"/>
          </a:xfrm>
          <a:prstGeom prst="rect">
            <a:avLst/>
          </a:prstGeom>
          <a:noFill/>
        </p:spPr>
        <p:txBody>
          <a:bodyPr wrap="square" lIns="0" tIns="0" rIns="0" bIns="0" anchor="t">
            <a:spAutoFit/>
          </a:bodyPr>
          <a:lstStyle/>
          <a:p>
            <a:pPr algn="l"/>
            <a:r>
              <a:rPr sz="1100" b="1">
                <a:solidFill>
                  <a:srgbClr val="FB8C00"/>
                </a:solidFill>
                <a:latin typeface="Calibri"/>
              </a:rPr>
              <a:t>MEET YOUR FACILITATOR</a:t>
            </a:r>
          </a:p>
        </p:txBody>
      </p:sp>
      <p:sp>
        <p:nvSpPr>
          <p:cNvPr id="4" name="STATIC_PLANET_WHO_WE_ARE"/>
          <p:cNvSpPr txBox="1"/>
          <p:nvPr/>
        </p:nvSpPr>
        <p:spPr>
          <a:xfrm>
            <a:off x="713232" y="731520"/>
            <a:ext cx="10607040" cy="548640"/>
          </a:xfrm>
          <a:prstGeom prst="rect">
            <a:avLst/>
          </a:prstGeom>
          <a:noFill/>
        </p:spPr>
        <p:txBody>
          <a:bodyPr wrap="square" lIns="0" tIns="0" rIns="0" bIns="0" anchor="t">
            <a:spAutoFit/>
          </a:bodyPr>
          <a:lstStyle/>
          <a:p>
            <a:pPr algn="l"/>
            <a:r>
              <a:rPr sz="3400" b="1">
                <a:solidFill>
                  <a:srgbClr val="23506A"/>
                </a:solidFill>
                <a:latin typeface="Calibri"/>
              </a:rPr>
              <a:t>Who we are</a:t>
            </a:r>
          </a:p>
        </p:txBody>
      </p:sp>
      <p:sp>
        <p:nvSpPr>
          <p:cNvPr id="5" name="TextBox 4"/>
          <p:cNvSpPr txBox="1"/>
          <p:nvPr/>
        </p:nvSpPr>
        <p:spPr>
          <a:xfrm>
            <a:off x="731520" y="1298448"/>
            <a:ext cx="10332720" cy="310896"/>
          </a:xfrm>
          <a:prstGeom prst="rect">
            <a:avLst/>
          </a:prstGeom>
          <a:noFill/>
        </p:spPr>
        <p:txBody>
          <a:bodyPr wrap="square" lIns="0" tIns="0" rIns="0" bIns="0" anchor="t">
            <a:spAutoFit/>
          </a:bodyPr>
          <a:lstStyle/>
          <a:p>
            <a:pPr algn="l"/>
            <a:r>
              <a:rPr sz="1500" b="0">
                <a:solidFill>
                  <a:srgbClr val="5D6C75"/>
                </a:solidFill>
                <a:latin typeface="Calibri"/>
              </a:rPr>
              <a:t>A temporary profile — replace the fields below with your approved biography.</a:t>
            </a:r>
          </a:p>
        </p:txBody>
      </p:sp>
      <p:sp>
        <p:nvSpPr>
          <p:cNvPr id="6" name="Rectangle 5"/>
          <p:cNvSpPr/>
          <p:nvPr/>
        </p:nvSpPr>
        <p:spPr>
          <a:xfrm>
            <a:off x="731520" y="170078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57400"/>
            <a:ext cx="5074920" cy="594360"/>
          </a:xfrm>
          <a:prstGeom prst="rect">
            <a:avLst/>
          </a:prstGeom>
          <a:noFill/>
        </p:spPr>
        <p:txBody>
          <a:bodyPr wrap="square" lIns="0" tIns="0" rIns="0" bIns="0" anchor="t">
            <a:spAutoFit/>
          </a:bodyPr>
          <a:lstStyle/>
          <a:p>
            <a:pPr algn="l"/>
            <a:r>
              <a:rPr sz="3000" b="1">
                <a:solidFill>
                  <a:srgbClr val="23506A"/>
                </a:solidFill>
                <a:latin typeface="Calibri"/>
              </a:rPr>
              <a:t>{{ Your name }}</a:t>
            </a:r>
          </a:p>
        </p:txBody>
      </p:sp>
      <p:sp>
        <p:nvSpPr>
          <p:cNvPr id="8" name="TextBox 7"/>
          <p:cNvSpPr txBox="1"/>
          <p:nvPr/>
        </p:nvSpPr>
        <p:spPr>
          <a:xfrm>
            <a:off x="749808" y="2724912"/>
            <a:ext cx="4956048" cy="384048"/>
          </a:xfrm>
          <a:prstGeom prst="rect">
            <a:avLst/>
          </a:prstGeom>
          <a:noFill/>
        </p:spPr>
        <p:txBody>
          <a:bodyPr wrap="square" lIns="0" tIns="0" rIns="0" bIns="0" anchor="t">
            <a:spAutoFit/>
          </a:bodyPr>
          <a:lstStyle/>
          <a:p>
            <a:pPr algn="l"/>
            <a:r>
              <a:rPr sz="1800" b="1">
                <a:solidFill>
                  <a:srgbClr val="FB8C00"/>
                </a:solidFill>
                <a:latin typeface="Calibri"/>
              </a:rPr>
              <a:t>{{ Role / title }}</a:t>
            </a:r>
          </a:p>
        </p:txBody>
      </p:sp>
      <p:sp>
        <p:nvSpPr>
          <p:cNvPr id="9" name="TextBox 8"/>
          <p:cNvSpPr txBox="1"/>
          <p:nvPr/>
        </p:nvSpPr>
        <p:spPr>
          <a:xfrm>
            <a:off x="749808" y="3310128"/>
            <a:ext cx="4828032" cy="1234440"/>
          </a:xfrm>
          <a:prstGeom prst="rect">
            <a:avLst/>
          </a:prstGeom>
          <a:noFill/>
        </p:spPr>
        <p:txBody>
          <a:bodyPr wrap="square" lIns="0" tIns="0" rIns="0" bIns="0" anchor="t">
            <a:spAutoFit/>
          </a:bodyPr>
          <a:lstStyle/>
          <a:p>
            <a:pPr algn="l"/>
            <a:r>
              <a:rPr sz="1500" b="0">
                <a:solidFill>
                  <a:srgbClr val="323232"/>
                </a:solidFill>
                <a:latin typeface="Calibri"/>
              </a:rPr>
              <a:t>{{ Add a 40–60 word biography covering your relevant experience, your role at Planet IT and the perspective you bring to cybersecurity tabletop exercises. }}</a:t>
            </a:r>
          </a:p>
        </p:txBody>
      </p:sp>
      <p:sp>
        <p:nvSpPr>
          <p:cNvPr id="10" name="TextBox 9"/>
          <p:cNvSpPr txBox="1"/>
          <p:nvPr/>
        </p:nvSpPr>
        <p:spPr>
          <a:xfrm>
            <a:off x="749808" y="4892040"/>
            <a:ext cx="4754880" cy="228600"/>
          </a:xfrm>
          <a:prstGeom prst="rect">
            <a:avLst/>
          </a:prstGeom>
          <a:noFill/>
        </p:spPr>
        <p:txBody>
          <a:bodyPr wrap="square" lIns="0" tIns="0" rIns="0" bIns="0" anchor="t">
            <a:spAutoFit/>
          </a:bodyPr>
          <a:lstStyle/>
          <a:p>
            <a:pPr algn="l"/>
            <a:r>
              <a:rPr sz="1000" b="1">
                <a:solidFill>
                  <a:srgbClr val="FB8C00"/>
                </a:solidFill>
                <a:latin typeface="Calibri"/>
              </a:rPr>
              <a:t>CONTACT</a:t>
            </a:r>
          </a:p>
        </p:txBody>
      </p:sp>
      <p:sp>
        <p:nvSpPr>
          <p:cNvPr id="11" name="TextBox 10"/>
          <p:cNvSpPr txBox="1"/>
          <p:nvPr/>
        </p:nvSpPr>
        <p:spPr>
          <a:xfrm>
            <a:off x="749808" y="5212080"/>
            <a:ext cx="4892040" cy="502920"/>
          </a:xfrm>
          <a:prstGeom prst="rect">
            <a:avLst/>
          </a:prstGeom>
          <a:noFill/>
        </p:spPr>
        <p:txBody>
          <a:bodyPr wrap="square" lIns="0" tIns="0" rIns="0" bIns="0" anchor="t">
            <a:spAutoFit/>
          </a:bodyPr>
          <a:lstStyle/>
          <a:p>
            <a:pPr algn="l"/>
            <a:r>
              <a:rPr sz="1300" b="0">
                <a:solidFill>
                  <a:srgbClr val="5D6C75"/>
                </a:solidFill>
                <a:latin typeface="Calibri"/>
              </a:rPr>
              <a:t>{{ email@planet-it.net }}   •   {{ LinkedIn / phone }}</a:t>
            </a:r>
          </a:p>
        </p:txBody>
      </p:sp>
      <p:sp>
        <p:nvSpPr>
          <p:cNvPr id="12" name="Rectangle 11"/>
          <p:cNvSpPr/>
          <p:nvPr/>
        </p:nvSpPr>
        <p:spPr>
          <a:xfrm>
            <a:off x="6144768" y="2029968"/>
            <a:ext cx="18288" cy="354787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057400"/>
            <a:ext cx="4709160" cy="347472"/>
          </a:xfrm>
          <a:prstGeom prst="rect">
            <a:avLst/>
          </a:prstGeom>
          <a:noFill/>
        </p:spPr>
        <p:txBody>
          <a:bodyPr wrap="square" lIns="0" tIns="0" rIns="0" bIns="0" anchor="t">
            <a:spAutoFit/>
          </a:bodyPr>
          <a:lstStyle/>
          <a:p>
            <a:pPr algn="l"/>
            <a:r>
              <a:rPr sz="1800" b="1">
                <a:solidFill>
                  <a:srgbClr val="23506A"/>
                </a:solidFill>
                <a:latin typeface="Calibri"/>
              </a:rPr>
              <a:t>Profile at a glance</a:t>
            </a:r>
          </a:p>
        </p:txBody>
      </p:sp>
      <p:sp>
        <p:nvSpPr>
          <p:cNvPr id="14" name="TextBox 13"/>
          <p:cNvSpPr txBox="1"/>
          <p:nvPr/>
        </p:nvSpPr>
        <p:spPr>
          <a:xfrm>
            <a:off x="6583680" y="2633472"/>
            <a:ext cx="1417320" cy="228600"/>
          </a:xfrm>
          <a:prstGeom prst="rect">
            <a:avLst/>
          </a:prstGeom>
          <a:noFill/>
        </p:spPr>
        <p:txBody>
          <a:bodyPr wrap="square" lIns="0" tIns="0" rIns="0" bIns="0" anchor="t">
            <a:spAutoFit/>
          </a:bodyPr>
          <a:lstStyle/>
          <a:p>
            <a:pPr algn="l"/>
            <a:r>
              <a:rPr sz="1000" b="1">
                <a:solidFill>
                  <a:srgbClr val="FB8C00"/>
                </a:solidFill>
                <a:latin typeface="Calibri"/>
              </a:rPr>
              <a:t>EXPERIENCE</a:t>
            </a:r>
          </a:p>
        </p:txBody>
      </p:sp>
      <p:sp>
        <p:nvSpPr>
          <p:cNvPr id="15" name="TextBox 14"/>
          <p:cNvSpPr txBox="1"/>
          <p:nvPr/>
        </p:nvSpPr>
        <p:spPr>
          <a:xfrm>
            <a:off x="8028431" y="2615184"/>
            <a:ext cx="3401568" cy="530352"/>
          </a:xfrm>
          <a:prstGeom prst="rect">
            <a:avLst/>
          </a:prstGeom>
          <a:noFill/>
        </p:spPr>
        <p:txBody>
          <a:bodyPr wrap="square" lIns="0" tIns="0" rIns="0" bIns="0" anchor="t">
            <a:spAutoFit/>
          </a:bodyPr>
          <a:lstStyle/>
          <a:p>
            <a:pPr algn="l"/>
            <a:r>
              <a:rPr sz="1500" b="0">
                <a:solidFill>
                  <a:srgbClr val="323232"/>
                </a:solidFill>
                <a:latin typeface="Calibri"/>
              </a:rPr>
              <a:t>{{ Years / sectors / leadership scope }}</a:t>
            </a:r>
          </a:p>
        </p:txBody>
      </p:sp>
      <p:sp>
        <p:nvSpPr>
          <p:cNvPr id="16" name="Rectangle 15"/>
          <p:cNvSpPr/>
          <p:nvPr/>
        </p:nvSpPr>
        <p:spPr>
          <a:xfrm>
            <a:off x="6583680" y="3182112"/>
            <a:ext cx="482803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3493008"/>
            <a:ext cx="1417320" cy="228600"/>
          </a:xfrm>
          <a:prstGeom prst="rect">
            <a:avLst/>
          </a:prstGeom>
          <a:noFill/>
        </p:spPr>
        <p:txBody>
          <a:bodyPr wrap="square" lIns="0" tIns="0" rIns="0" bIns="0" anchor="t">
            <a:spAutoFit/>
          </a:bodyPr>
          <a:lstStyle/>
          <a:p>
            <a:pPr algn="l"/>
            <a:r>
              <a:rPr sz="1000" b="1">
                <a:solidFill>
                  <a:srgbClr val="FB8C00"/>
                </a:solidFill>
                <a:latin typeface="Calibri"/>
              </a:rPr>
              <a:t>CORE EXPERTISE</a:t>
            </a:r>
          </a:p>
        </p:txBody>
      </p:sp>
      <p:sp>
        <p:nvSpPr>
          <p:cNvPr id="18" name="TextBox 17"/>
          <p:cNvSpPr txBox="1"/>
          <p:nvPr/>
        </p:nvSpPr>
        <p:spPr>
          <a:xfrm>
            <a:off x="8028431" y="3474720"/>
            <a:ext cx="3401568" cy="530352"/>
          </a:xfrm>
          <a:prstGeom prst="rect">
            <a:avLst/>
          </a:prstGeom>
          <a:noFill/>
        </p:spPr>
        <p:txBody>
          <a:bodyPr wrap="square" lIns="0" tIns="0" rIns="0" bIns="0" anchor="t">
            <a:spAutoFit/>
          </a:bodyPr>
          <a:lstStyle/>
          <a:p>
            <a:pPr algn="l"/>
            <a:r>
              <a:rPr sz="1500" b="0">
                <a:solidFill>
                  <a:srgbClr val="323232"/>
                </a:solidFill>
                <a:latin typeface="Calibri"/>
              </a:rPr>
              <a:t>{{ Cyber response • governance • resilience }}</a:t>
            </a:r>
          </a:p>
        </p:txBody>
      </p:sp>
      <p:sp>
        <p:nvSpPr>
          <p:cNvPr id="19" name="Rectangle 18"/>
          <p:cNvSpPr/>
          <p:nvPr/>
        </p:nvSpPr>
        <p:spPr>
          <a:xfrm>
            <a:off x="6583680" y="4041648"/>
            <a:ext cx="482803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4352544"/>
            <a:ext cx="1417320" cy="228600"/>
          </a:xfrm>
          <a:prstGeom prst="rect">
            <a:avLst/>
          </a:prstGeom>
          <a:noFill/>
        </p:spPr>
        <p:txBody>
          <a:bodyPr wrap="square" lIns="0" tIns="0" rIns="0" bIns="0" anchor="t">
            <a:spAutoFit/>
          </a:bodyPr>
          <a:lstStyle/>
          <a:p>
            <a:pPr algn="l"/>
            <a:r>
              <a:rPr sz="1000" b="1">
                <a:solidFill>
                  <a:srgbClr val="FB8C00"/>
                </a:solidFill>
                <a:latin typeface="Calibri"/>
              </a:rPr>
              <a:t>CREDENTIALS</a:t>
            </a:r>
          </a:p>
        </p:txBody>
      </p:sp>
      <p:sp>
        <p:nvSpPr>
          <p:cNvPr id="21" name="TextBox 20"/>
          <p:cNvSpPr txBox="1"/>
          <p:nvPr/>
        </p:nvSpPr>
        <p:spPr>
          <a:xfrm>
            <a:off x="8028431" y="4334256"/>
            <a:ext cx="3401568" cy="530352"/>
          </a:xfrm>
          <a:prstGeom prst="rect">
            <a:avLst/>
          </a:prstGeom>
          <a:noFill/>
        </p:spPr>
        <p:txBody>
          <a:bodyPr wrap="square" lIns="0" tIns="0" rIns="0" bIns="0" anchor="t">
            <a:spAutoFit/>
          </a:bodyPr>
          <a:lstStyle/>
          <a:p>
            <a:pPr algn="l"/>
            <a:r>
              <a:rPr sz="1500" b="0">
                <a:solidFill>
                  <a:srgbClr val="323232"/>
                </a:solidFill>
                <a:latin typeface="Calibri"/>
              </a:rPr>
              <a:t>{{ Relevant certifications or memberships }}</a:t>
            </a:r>
          </a:p>
        </p:txBody>
      </p:sp>
      <p:sp>
        <p:nvSpPr>
          <p:cNvPr id="22" name="Rectangle 21"/>
          <p:cNvSpPr/>
          <p:nvPr/>
        </p:nvSpPr>
        <p:spPr>
          <a:xfrm>
            <a:off x="6583680" y="4901183"/>
            <a:ext cx="482803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5212080"/>
            <a:ext cx="1417320" cy="228600"/>
          </a:xfrm>
          <a:prstGeom prst="rect">
            <a:avLst/>
          </a:prstGeom>
          <a:noFill/>
        </p:spPr>
        <p:txBody>
          <a:bodyPr wrap="square" lIns="0" tIns="0" rIns="0" bIns="0" anchor="t">
            <a:spAutoFit/>
          </a:bodyPr>
          <a:lstStyle/>
          <a:p>
            <a:pPr algn="l"/>
            <a:r>
              <a:rPr sz="1000" b="1">
                <a:solidFill>
                  <a:srgbClr val="FB8C00"/>
                </a:solidFill>
                <a:latin typeface="Calibri"/>
              </a:rPr>
              <a:t>SESSION ROLE</a:t>
            </a:r>
          </a:p>
        </p:txBody>
      </p:sp>
      <p:sp>
        <p:nvSpPr>
          <p:cNvPr id="24" name="TextBox 23"/>
          <p:cNvSpPr txBox="1"/>
          <p:nvPr/>
        </p:nvSpPr>
        <p:spPr>
          <a:xfrm>
            <a:off x="8028431" y="5193792"/>
            <a:ext cx="3401568" cy="530352"/>
          </a:xfrm>
          <a:prstGeom prst="rect">
            <a:avLst/>
          </a:prstGeom>
          <a:noFill/>
        </p:spPr>
        <p:txBody>
          <a:bodyPr wrap="square" lIns="0" tIns="0" rIns="0" bIns="0" anchor="t">
            <a:spAutoFit/>
          </a:bodyPr>
          <a:lstStyle/>
          <a:p>
            <a:pPr algn="l"/>
            <a:r>
              <a:rPr sz="1500" b="0">
                <a:solidFill>
                  <a:srgbClr val="323232"/>
                </a:solidFill>
                <a:latin typeface="Calibri"/>
              </a:rPr>
              <a:t>Facilitator • challenge partner • action owner</a:t>
            </a:r>
          </a:p>
        </p:txBody>
      </p:sp>
      <p:sp>
        <p:nvSpPr>
          <p:cNvPr id="25" name="Rectangle 24"/>
          <p:cNvSpPr/>
          <p:nvPr/>
        </p:nvSpPr>
        <p:spPr>
          <a:xfrm>
            <a:off x="6583680" y="5760720"/>
            <a:ext cx="482803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28" name="TextBox 27"/>
          <p:cNvSpPr txBox="1"/>
          <p:nvPr/>
        </p:nvSpPr>
        <p:spPr>
          <a:xfrm>
            <a:off x="11045952" y="6382512"/>
            <a:ext cx="502920" cy="182880"/>
          </a:xfrm>
          <a:prstGeom prst="rect">
            <a:avLst/>
          </a:prstGeom>
          <a:noFill/>
        </p:spPr>
        <p:txBody>
          <a:bodyPr wrap="square" lIns="0" tIns="0" rIns="0" bIns="0" anchor="t">
            <a:spAutoFit/>
          </a:bodyPr>
          <a:lstStyle/>
          <a:p>
            <a:pPr algn="r"/>
            <a:r>
              <a:rPr sz="900" b="0">
                <a:solidFill>
                  <a:srgbClr val="5D6C75"/>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TATIC_02_PLANET_RULES_OF_ENGAGEMENT"/>
          <p:cNvSpPr txBox="1"/>
          <p:nvPr/>
        </p:nvSpPr>
        <p:spPr>
          <a:xfrm>
            <a:off x="713232" y="502920"/>
            <a:ext cx="10698480" cy="566928"/>
          </a:xfrm>
          <a:prstGeom prst="rect">
            <a:avLst/>
          </a:prstGeom>
          <a:noFill/>
        </p:spPr>
        <p:txBody>
          <a:bodyPr wrap="square" lIns="0" tIns="0" rIns="0" bIns="0" anchor="t">
            <a:spAutoFit/>
          </a:bodyPr>
          <a:lstStyle/>
          <a:p>
            <a:pPr algn="l"/>
            <a:r>
              <a:rPr sz="3400" b="1">
                <a:solidFill>
                  <a:srgbClr val="23506A"/>
                </a:solidFill>
                <a:latin typeface="Calibri"/>
              </a:rPr>
              <a:t>Rules of engagement</a:t>
            </a:r>
          </a:p>
        </p:txBody>
      </p:sp>
      <p:sp>
        <p:nvSpPr>
          <p:cNvPr id="4" name="TextBox 3"/>
          <p:cNvSpPr txBox="1"/>
          <p:nvPr/>
        </p:nvSpPr>
        <p:spPr>
          <a:xfrm>
            <a:off x="731520" y="1097280"/>
            <a:ext cx="10332720" cy="246221"/>
          </a:xfrm>
          <a:prstGeom prst="rect">
            <a:avLst/>
          </a:prstGeom>
          <a:noFill/>
        </p:spPr>
        <p:txBody>
          <a:bodyPr wrap="square" lIns="0" tIns="0" rIns="0" bIns="0" anchor="t">
            <a:spAutoFit/>
          </a:bodyPr>
          <a:lstStyle/>
          <a:p>
            <a:pPr algn="l"/>
            <a:r>
              <a:rPr sz="1600" b="0">
                <a:solidFill>
                  <a:srgbClr val="5D6C75"/>
                </a:solidFill>
                <a:latin typeface="Calibri"/>
              </a:rPr>
              <a:t>A </a:t>
            </a:r>
            <a:r>
              <a:rPr lang="en-GB" sz="1600" b="0">
                <a:solidFill>
                  <a:srgbClr val="5D6C75"/>
                </a:solidFill>
                <a:latin typeface="Calibri"/>
              </a:rPr>
              <a:t>no-fault</a:t>
            </a:r>
            <a:r>
              <a:rPr sz="1600" b="0">
                <a:solidFill>
                  <a:srgbClr val="5D6C75"/>
                </a:solidFill>
                <a:latin typeface="Calibri"/>
              </a:rPr>
              <a:t>, decision-focused simulation — </a:t>
            </a:r>
            <a:r>
              <a:rPr lang="en-GB" sz="1600" b="0">
                <a:solidFill>
                  <a:srgbClr val="5D6C75"/>
                </a:solidFill>
                <a:latin typeface="Calibri"/>
              </a:rPr>
              <a:t>learn how the system responds today</a:t>
            </a:r>
            <a:r>
              <a:rPr sz="1600" b="0">
                <a:solidFill>
                  <a:srgbClr val="5D6C75"/>
                </a:solidFill>
                <a:latin typeface="Calibri"/>
              </a:rPr>
              <a:t>.</a:t>
            </a:r>
          </a:p>
        </p:txBody>
      </p:sp>
      <p:sp>
        <p:nvSpPr>
          <p:cNvPr id="5" name="Rectangle 4"/>
          <p:cNvSpPr/>
          <p:nvPr/>
        </p:nvSpPr>
        <p:spPr>
          <a:xfrm>
            <a:off x="731520" y="1536192"/>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847088"/>
            <a:ext cx="475488" cy="310896"/>
          </a:xfrm>
          <a:prstGeom prst="rect">
            <a:avLst/>
          </a:prstGeom>
          <a:noFill/>
        </p:spPr>
        <p:txBody>
          <a:bodyPr wrap="square" lIns="0" tIns="0" rIns="0" bIns="0" anchor="t">
            <a:spAutoFit/>
          </a:bodyPr>
          <a:lstStyle/>
          <a:p>
            <a:pPr algn="l"/>
            <a:r>
              <a:rPr sz="1200" b="1">
                <a:solidFill>
                  <a:srgbClr val="FB8C00"/>
                </a:solidFill>
                <a:latin typeface="Calibri"/>
              </a:rPr>
              <a:t>01</a:t>
            </a:r>
          </a:p>
        </p:txBody>
      </p:sp>
      <p:sp>
        <p:nvSpPr>
          <p:cNvPr id="7" name="TextBox 6"/>
          <p:cNvSpPr txBox="1"/>
          <p:nvPr/>
        </p:nvSpPr>
        <p:spPr>
          <a:xfrm>
            <a:off x="731520" y="2157984"/>
            <a:ext cx="2880360" cy="411480"/>
          </a:xfrm>
          <a:prstGeom prst="rect">
            <a:avLst/>
          </a:prstGeom>
          <a:noFill/>
        </p:spPr>
        <p:txBody>
          <a:bodyPr wrap="square" lIns="0" tIns="0" rIns="0" bIns="0" anchor="t">
            <a:spAutoFit/>
          </a:bodyPr>
          <a:lstStyle/>
          <a:p>
            <a:pPr algn="l"/>
            <a:r>
              <a:rPr sz="1800" b="1">
                <a:solidFill>
                  <a:srgbClr val="23506A"/>
                </a:solidFill>
                <a:latin typeface="Calibri"/>
              </a:rPr>
              <a:t>How we play</a:t>
            </a:r>
          </a:p>
        </p:txBody>
      </p:sp>
      <p:sp>
        <p:nvSpPr>
          <p:cNvPr id="8" name="TextBox 7"/>
          <p:cNvSpPr txBox="1"/>
          <p:nvPr/>
        </p:nvSpPr>
        <p:spPr>
          <a:xfrm>
            <a:off x="731520" y="2724912"/>
            <a:ext cx="2834640" cy="2294026"/>
          </a:xfrm>
          <a:prstGeom prst="rect">
            <a:avLst/>
          </a:prstGeom>
          <a:noFill/>
        </p:spPr>
        <p:txBody>
          <a:bodyPr wrap="square" lIns="0" tIns="0" rIns="0" bIns="0" anchor="t">
            <a:spAutoFit/>
          </a:bodyPr>
          <a:lstStyle/>
          <a:p>
            <a:pPr>
              <a:lnSpc>
                <a:spcPct val="110000"/>
              </a:lnSpc>
              <a:spcAft>
                <a:spcPts val="400"/>
              </a:spcAft>
              <a:buChar char="•"/>
              <a:defRPr sz="1425">
                <a:solidFill>
                  <a:srgbClr val="323232"/>
                </a:solidFill>
                <a:latin typeface="Calibri"/>
              </a:defRPr>
            </a:pPr>
            <a:r>
              <a:rPr lang="en-GB" sz="1240" b="0">
                <a:solidFill>
                  <a:srgbClr val="323232"/>
                </a:solidFill>
                <a:latin typeface="Calibri"/>
              </a:rPr>
              <a:t>Treat this as no-fault learning: test the system, not individuals.</a:t>
            </a:r>
          </a:p>
          <a:p>
            <a:pPr>
              <a:lnSpc>
                <a:spcPct val="110000"/>
              </a:lnSpc>
              <a:spcAft>
                <a:spcPts val="400"/>
              </a:spcAft>
              <a:buChar char="•"/>
            </a:pPr>
            <a:r>
              <a:rPr lang="en-GB" sz="1240" b="0">
                <a:solidFill>
                  <a:srgbClr val="323232"/>
                </a:solidFill>
                <a:latin typeface="Calibri"/>
              </a:rPr>
              <a:t>Respond using current roles, capabilities, tools and authority.</a:t>
            </a:r>
          </a:p>
          <a:p>
            <a:pPr>
              <a:lnSpc>
                <a:spcPct val="110000"/>
              </a:lnSpc>
              <a:spcAft>
                <a:spcPts val="400"/>
              </a:spcAft>
              <a:buChar char="•"/>
            </a:pPr>
            <a:r>
              <a:rPr lang="en-GB" sz="1240" b="0">
                <a:solidFill>
                  <a:srgbClr val="323232"/>
                </a:solidFill>
                <a:latin typeface="Calibri"/>
              </a:rPr>
              <a:t>State assumptions and information gaps as they arise.</a:t>
            </a:r>
          </a:p>
          <a:p>
            <a:pPr>
              <a:lnSpc>
                <a:spcPct val="110000"/>
              </a:lnSpc>
              <a:spcAft>
                <a:spcPts val="400"/>
              </a:spcAft>
              <a:buChar char="•"/>
            </a:pPr>
            <a:r>
              <a:rPr lang="en-GB" sz="1240" b="0">
                <a:solidFill>
                  <a:srgbClr val="323232"/>
                </a:solidFill>
                <a:latin typeface="Calibri"/>
              </a:rPr>
              <a:t>Accept the scenario as presented; do not fight the premise.</a:t>
            </a:r>
          </a:p>
          <a:p>
            <a:pPr>
              <a:lnSpc>
                <a:spcPct val="110000"/>
              </a:lnSpc>
              <a:spcAft>
                <a:spcPts val="400"/>
              </a:spcAft>
              <a:buChar char="•"/>
            </a:pPr>
            <a:r>
              <a:rPr lang="en-GB" sz="1240" b="0">
                <a:solidFill>
                  <a:srgbClr val="323232"/>
                </a:solidFill>
                <a:latin typeface="Calibri"/>
              </a:rPr>
              <a:t>Identify gaps during play; do not pause to solve them.</a:t>
            </a:r>
          </a:p>
        </p:txBody>
      </p:sp>
      <p:sp>
        <p:nvSpPr>
          <p:cNvPr id="9" name="TextBox 8"/>
          <p:cNvSpPr txBox="1"/>
          <p:nvPr/>
        </p:nvSpPr>
        <p:spPr>
          <a:xfrm>
            <a:off x="4069080" y="1847088"/>
            <a:ext cx="475488" cy="310896"/>
          </a:xfrm>
          <a:prstGeom prst="rect">
            <a:avLst/>
          </a:prstGeom>
          <a:noFill/>
        </p:spPr>
        <p:txBody>
          <a:bodyPr wrap="square" lIns="0" tIns="0" rIns="0" bIns="0" anchor="t">
            <a:spAutoFit/>
          </a:bodyPr>
          <a:lstStyle/>
          <a:p>
            <a:pPr algn="l"/>
            <a:r>
              <a:rPr sz="1200" b="1">
                <a:solidFill>
                  <a:srgbClr val="FB8C00"/>
                </a:solidFill>
                <a:latin typeface="Calibri"/>
              </a:rPr>
              <a:t>02</a:t>
            </a:r>
          </a:p>
        </p:txBody>
      </p:sp>
      <p:sp>
        <p:nvSpPr>
          <p:cNvPr id="10" name="TextBox 9"/>
          <p:cNvSpPr txBox="1"/>
          <p:nvPr/>
        </p:nvSpPr>
        <p:spPr>
          <a:xfrm>
            <a:off x="4069080" y="2157984"/>
            <a:ext cx="2880360" cy="411480"/>
          </a:xfrm>
          <a:prstGeom prst="rect">
            <a:avLst/>
          </a:prstGeom>
          <a:noFill/>
        </p:spPr>
        <p:txBody>
          <a:bodyPr wrap="square" lIns="0" tIns="0" rIns="0" bIns="0" anchor="t">
            <a:spAutoFit/>
          </a:bodyPr>
          <a:lstStyle/>
          <a:p>
            <a:pPr algn="l"/>
            <a:r>
              <a:rPr sz="1800" b="1">
                <a:solidFill>
                  <a:srgbClr val="23506A"/>
                </a:solidFill>
                <a:latin typeface="Calibri"/>
              </a:rPr>
              <a:t>Session boundaries</a:t>
            </a:r>
          </a:p>
        </p:txBody>
      </p:sp>
      <p:sp>
        <p:nvSpPr>
          <p:cNvPr id="11" name="TextBox 10"/>
          <p:cNvSpPr txBox="1"/>
          <p:nvPr/>
        </p:nvSpPr>
        <p:spPr>
          <a:xfrm>
            <a:off x="4069080" y="2724912"/>
            <a:ext cx="2834640" cy="1403013"/>
          </a:xfrm>
          <a:prstGeom prst="rect">
            <a:avLst/>
          </a:prstGeom>
          <a:noFill/>
        </p:spPr>
        <p:txBody>
          <a:bodyPr wrap="square" lIns="0" tIns="0" rIns="0" bIns="0" anchor="t">
            <a:spAutoFit/>
          </a:bodyPr>
          <a:lstStyle/>
          <a:p>
            <a:pPr>
              <a:lnSpc>
                <a:spcPct val="110000"/>
              </a:lnSpc>
              <a:spcAft>
                <a:spcPts val="600"/>
              </a:spcAft>
              <a:buChar char="•"/>
              <a:defRPr sz="1425">
                <a:solidFill>
                  <a:srgbClr val="323232"/>
                </a:solidFill>
                <a:latin typeface="Calibri"/>
              </a:defRPr>
            </a:pPr>
            <a:r>
              <a:rPr lang="en-GB" sz="1240" b="0">
                <a:solidFill>
                  <a:srgbClr val="323232"/>
                </a:solidFill>
                <a:latin typeface="Calibri"/>
              </a:rPr>
              <a:t>Injects may be incomplete, delayed or deliberately ambiguous.</a:t>
            </a:r>
          </a:p>
          <a:p>
            <a:pPr>
              <a:lnSpc>
                <a:spcPct val="110000"/>
              </a:lnSpc>
              <a:spcAft>
                <a:spcPts val="600"/>
              </a:spcAft>
              <a:buChar char="•"/>
            </a:pPr>
            <a:r>
              <a:rPr lang="en-GB" sz="1240" b="0">
                <a:solidFill>
                  <a:srgbClr val="323232"/>
                </a:solidFill>
                <a:latin typeface="Calibri"/>
              </a:rPr>
              <a:t>Take no production action and send no live customer communications.</a:t>
            </a:r>
          </a:p>
          <a:p>
            <a:pPr>
              <a:lnSpc>
                <a:spcPct val="110000"/>
              </a:lnSpc>
              <a:spcAft>
                <a:spcPts val="600"/>
              </a:spcAft>
              <a:buChar char="•"/>
            </a:pPr>
            <a:r>
              <a:rPr lang="en-GB" sz="1240" b="0">
                <a:solidFill>
                  <a:srgbClr val="323232"/>
                </a:solidFill>
                <a:latin typeface="Calibri"/>
              </a:rPr>
              <a:t>Decisions are timeboxed: explain what you would do today.</a:t>
            </a:r>
          </a:p>
        </p:txBody>
      </p:sp>
      <p:sp>
        <p:nvSpPr>
          <p:cNvPr id="12" name="TextBox 11"/>
          <p:cNvSpPr txBox="1"/>
          <p:nvPr/>
        </p:nvSpPr>
        <p:spPr>
          <a:xfrm>
            <a:off x="7406640" y="1847088"/>
            <a:ext cx="475488" cy="310896"/>
          </a:xfrm>
          <a:prstGeom prst="rect">
            <a:avLst/>
          </a:prstGeom>
          <a:noFill/>
        </p:spPr>
        <p:txBody>
          <a:bodyPr wrap="square" lIns="0" tIns="0" rIns="0" bIns="0" anchor="t">
            <a:spAutoFit/>
          </a:bodyPr>
          <a:lstStyle/>
          <a:p>
            <a:pPr algn="l"/>
            <a:r>
              <a:rPr sz="1200" b="1">
                <a:solidFill>
                  <a:srgbClr val="FB8C00"/>
                </a:solidFill>
                <a:latin typeface="Calibri"/>
              </a:rPr>
              <a:t>03</a:t>
            </a:r>
          </a:p>
        </p:txBody>
      </p:sp>
      <p:sp>
        <p:nvSpPr>
          <p:cNvPr id="13" name="TextBox 12"/>
          <p:cNvSpPr txBox="1"/>
          <p:nvPr/>
        </p:nvSpPr>
        <p:spPr>
          <a:xfrm>
            <a:off x="7406640" y="2157984"/>
            <a:ext cx="2880360" cy="411480"/>
          </a:xfrm>
          <a:prstGeom prst="rect">
            <a:avLst/>
          </a:prstGeom>
          <a:noFill/>
        </p:spPr>
        <p:txBody>
          <a:bodyPr wrap="square" lIns="0" tIns="0" rIns="0" bIns="0" anchor="t">
            <a:spAutoFit/>
          </a:bodyPr>
          <a:lstStyle/>
          <a:p>
            <a:pPr algn="l"/>
            <a:r>
              <a:rPr sz="1800" b="1">
                <a:solidFill>
                  <a:srgbClr val="23506A"/>
                </a:solidFill>
                <a:latin typeface="Calibri"/>
              </a:rPr>
              <a:t>What success looks like</a:t>
            </a:r>
          </a:p>
        </p:txBody>
      </p:sp>
      <p:sp>
        <p:nvSpPr>
          <p:cNvPr id="14" name="TextBox 13"/>
          <p:cNvSpPr txBox="1"/>
          <p:nvPr/>
        </p:nvSpPr>
        <p:spPr>
          <a:xfrm>
            <a:off x="7406640" y="2724912"/>
            <a:ext cx="2834640" cy="1403013"/>
          </a:xfrm>
          <a:prstGeom prst="rect">
            <a:avLst/>
          </a:prstGeom>
          <a:noFill/>
        </p:spPr>
        <p:txBody>
          <a:bodyPr wrap="square" lIns="0" tIns="0" rIns="0" bIns="0" anchor="t">
            <a:spAutoFit/>
          </a:bodyPr>
          <a:lstStyle/>
          <a:p>
            <a:pPr>
              <a:lnSpc>
                <a:spcPct val="110000"/>
              </a:lnSpc>
              <a:spcAft>
                <a:spcPts val="600"/>
              </a:spcAft>
              <a:buChar char="•"/>
              <a:defRPr sz="1425">
                <a:solidFill>
                  <a:srgbClr val="323232"/>
                </a:solidFill>
                <a:latin typeface="Calibri"/>
              </a:defRPr>
            </a:pPr>
            <a:r>
              <a:rPr lang="en-GB" sz="1240" b="0">
                <a:solidFill>
                  <a:srgbClr val="323232"/>
                </a:solidFill>
                <a:latin typeface="Calibri"/>
              </a:rPr>
              <a:t>Validate roles, escalation paths and response playbooks.</a:t>
            </a:r>
          </a:p>
          <a:p>
            <a:pPr>
              <a:lnSpc>
                <a:spcPct val="110000"/>
              </a:lnSpc>
              <a:spcAft>
                <a:spcPts val="600"/>
              </a:spcAft>
              <a:buChar char="•"/>
            </a:pPr>
            <a:r>
              <a:rPr lang="en-GB" sz="1240" b="0">
                <a:solidFill>
                  <a:srgbClr val="323232"/>
                </a:solidFill>
                <a:latin typeface="Calibri"/>
              </a:rPr>
              <a:t>Surface missing authority, information and dependencies.</a:t>
            </a:r>
          </a:p>
          <a:p>
            <a:pPr>
              <a:lnSpc>
                <a:spcPct val="110000"/>
              </a:lnSpc>
              <a:spcAft>
                <a:spcPts val="600"/>
              </a:spcAft>
              <a:buChar char="•"/>
            </a:pPr>
            <a:r>
              <a:rPr lang="en-GB" sz="1240" b="0">
                <a:solidFill>
                  <a:srgbClr val="323232"/>
                </a:solidFill>
                <a:latin typeface="Calibri"/>
              </a:rPr>
              <a:t>Capture strengths, gaps, risks and prioritised actions.</a:t>
            </a:r>
          </a:p>
        </p:txBody>
      </p:sp>
      <p:sp>
        <p:nvSpPr>
          <p:cNvPr id="15" name="Rectangle 14"/>
          <p:cNvSpPr/>
          <p:nvPr/>
        </p:nvSpPr>
        <p:spPr>
          <a:xfrm>
            <a:off x="3767328" y="1883664"/>
            <a:ext cx="18288" cy="3419856"/>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04888" y="1883664"/>
            <a:ext cx="18288" cy="3419856"/>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5874414"/>
            <a:ext cx="10515600" cy="261610"/>
          </a:xfrm>
          <a:prstGeom prst="rect">
            <a:avLst/>
          </a:prstGeom>
          <a:noFill/>
        </p:spPr>
        <p:txBody>
          <a:bodyPr wrap="square" lIns="0" tIns="0" rIns="0" bIns="0" anchor="t">
            <a:spAutoFit/>
          </a:bodyPr>
          <a:lstStyle/>
          <a:p>
            <a:pPr algn="l"/>
            <a:r>
              <a:rPr sz="1700" b="1" dirty="0">
                <a:solidFill>
                  <a:srgbClr val="23506A"/>
                </a:solidFill>
                <a:latin typeface="Calibri"/>
              </a:rPr>
              <a:t>The </a:t>
            </a:r>
            <a:r>
              <a:rPr lang="en-GB" sz="1700" b="1">
                <a:solidFill>
                  <a:srgbClr val="23506A"/>
                </a:solidFill>
                <a:latin typeface="Calibri"/>
              </a:rPr>
              <a:t>goal</a:t>
            </a:r>
            <a:r>
              <a:rPr sz="1700" b="1" dirty="0">
                <a:solidFill>
                  <a:srgbClr val="23506A"/>
                </a:solidFill>
                <a:latin typeface="Calibri"/>
              </a:rPr>
              <a:t>: better decisions, clearer ownership and </a:t>
            </a:r>
            <a:r>
              <a:rPr lang="en-GB" sz="1700" b="1">
                <a:solidFill>
                  <a:srgbClr val="23506A"/>
                </a:solidFill>
                <a:latin typeface="Calibri"/>
              </a:rPr>
              <a:t>evidence-led improvements</a:t>
            </a:r>
            <a:r>
              <a:rPr sz="1700" b="1" dirty="0">
                <a:solidFill>
                  <a:srgbClr val="23506A"/>
                </a:solidFill>
                <a:latin typeface="Calibri"/>
              </a:rPr>
              <a:t>.</a:t>
            </a:r>
          </a:p>
        </p:txBody>
      </p:sp>
      <p:sp>
        <p:nvSpPr>
          <p:cNvPr id="18" name="Rectangle 17"/>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20" name="TextBox 19"/>
          <p:cNvSpPr txBox="1"/>
          <p:nvPr/>
        </p:nvSpPr>
        <p:spPr>
          <a:xfrm>
            <a:off x="11045952" y="6382512"/>
            <a:ext cx="502920" cy="138499"/>
          </a:xfrm>
          <a:prstGeom prst="rect">
            <a:avLst/>
          </a:prstGeom>
          <a:noFill/>
        </p:spPr>
        <p:txBody>
          <a:bodyPr wrap="square" lIns="0" tIns="0" rIns="0" bIns="0" anchor="t">
            <a:spAutoFit/>
          </a:bodyPr>
          <a:lstStyle/>
          <a:p>
            <a:pPr algn="r"/>
            <a:r>
              <a:rPr lang="en-GB" sz="900" b="0">
                <a:solidFill>
                  <a:srgbClr val="5D6C75"/>
                </a:solidFill>
                <a:latin typeface="Calibri"/>
              </a:rPr>
              <a:t>3</a:t>
            </a:r>
            <a:endParaRPr sz="900" b="0">
              <a:solidFill>
                <a:srgbClr val="5D6C75"/>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438912"/>
            <a:ext cx="10607040" cy="219456"/>
          </a:xfrm>
          <a:prstGeom prst="rect">
            <a:avLst/>
          </a:prstGeom>
          <a:noFill/>
        </p:spPr>
        <p:txBody>
          <a:bodyPr wrap="square" lIns="0" tIns="0" rIns="0" bIns="0" anchor="t">
            <a:spAutoFit/>
          </a:bodyPr>
          <a:lstStyle/>
          <a:p>
            <a:pPr algn="l"/>
            <a:r>
              <a:rPr sz="1100" b="1">
                <a:solidFill>
                  <a:srgbClr val="FB8C00"/>
                </a:solidFill>
                <a:latin typeface="Calibri"/>
              </a:rPr>
              <a:t>EXERCISE BRIEFING</a:t>
            </a:r>
          </a:p>
        </p:txBody>
      </p:sp>
      <p:sp>
        <p:nvSpPr>
          <p:cNvPr id="4" name="STATIC_04_PLANET_ROLES_RESPONSIBILITIES"/>
          <p:cNvSpPr txBox="1"/>
          <p:nvPr/>
        </p:nvSpPr>
        <p:spPr>
          <a:xfrm>
            <a:off x="713232" y="731520"/>
            <a:ext cx="10607040" cy="548640"/>
          </a:xfrm>
          <a:prstGeom prst="rect">
            <a:avLst/>
          </a:prstGeom>
          <a:noFill/>
        </p:spPr>
        <p:txBody>
          <a:bodyPr wrap="square" lIns="0" tIns="0" rIns="0" bIns="0" anchor="t">
            <a:spAutoFit/>
          </a:bodyPr>
          <a:lstStyle/>
          <a:p>
            <a:pPr algn="l"/>
            <a:r>
              <a:rPr sz="3400" b="1">
                <a:solidFill>
                  <a:srgbClr val="23506A"/>
                </a:solidFill>
                <a:latin typeface="Calibri"/>
              </a:rPr>
              <a:t>Roles &amp; responsibilities</a:t>
            </a:r>
          </a:p>
        </p:txBody>
      </p:sp>
      <p:sp>
        <p:nvSpPr>
          <p:cNvPr id="5" name="TextBox 4"/>
          <p:cNvSpPr txBox="1"/>
          <p:nvPr/>
        </p:nvSpPr>
        <p:spPr>
          <a:xfrm>
            <a:off x="731520" y="1298448"/>
            <a:ext cx="10332720" cy="310896"/>
          </a:xfrm>
          <a:prstGeom prst="rect">
            <a:avLst/>
          </a:prstGeom>
          <a:noFill/>
        </p:spPr>
        <p:txBody>
          <a:bodyPr wrap="square" lIns="0" tIns="0" rIns="0" bIns="0" anchor="t">
            <a:spAutoFit/>
          </a:bodyPr>
          <a:lstStyle/>
          <a:p>
            <a:pPr algn="l"/>
            <a:r>
              <a:rPr sz="1500" b="0">
                <a:solidFill>
                  <a:srgbClr val="5D6C75"/>
                </a:solidFill>
                <a:latin typeface="Calibri"/>
              </a:rPr>
              <a:t>Know who leads, advises, records and decides before the first inject arrives.</a:t>
            </a:r>
          </a:p>
        </p:txBody>
      </p:sp>
      <p:sp>
        <p:nvSpPr>
          <p:cNvPr id="6" name="Rectangle 5"/>
          <p:cNvSpPr/>
          <p:nvPr/>
        </p:nvSpPr>
        <p:spPr>
          <a:xfrm>
            <a:off x="731520" y="170078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9" name="TextBox 8"/>
          <p:cNvSpPr txBox="1"/>
          <p:nvPr/>
        </p:nvSpPr>
        <p:spPr>
          <a:xfrm>
            <a:off x="11045952" y="6382512"/>
            <a:ext cx="502920" cy="182880"/>
          </a:xfrm>
          <a:prstGeom prst="rect">
            <a:avLst/>
          </a:prstGeom>
          <a:noFill/>
        </p:spPr>
        <p:txBody>
          <a:bodyPr wrap="square" lIns="0" tIns="0" rIns="0" bIns="0" anchor="t">
            <a:spAutoFit/>
          </a:bodyPr>
          <a:lstStyle/>
          <a:p>
            <a:pPr algn="r"/>
            <a:r>
              <a:rPr sz="900" b="0">
                <a:solidFill>
                  <a:srgbClr val="5D6C75"/>
                </a:solidFill>
                <a:latin typeface="Calibri"/>
              </a:rPr>
              <a:t>4</a:t>
            </a:r>
          </a:p>
        </p:txBody>
      </p:sp>
      <p:sp>
        <p:nvSpPr>
          <p:cNvPr id="10" name="Rectangle 9"/>
          <p:cNvSpPr/>
          <p:nvPr/>
        </p:nvSpPr>
        <p:spPr>
          <a:xfrm>
            <a:off x="5943600" y="1993392"/>
            <a:ext cx="18288" cy="354787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011680"/>
            <a:ext cx="2331720" cy="274320"/>
          </a:xfrm>
          <a:prstGeom prst="rect">
            <a:avLst/>
          </a:prstGeom>
          <a:noFill/>
        </p:spPr>
        <p:txBody>
          <a:bodyPr wrap="square" lIns="0" tIns="0" rIns="0" bIns="0" anchor="t">
            <a:spAutoFit/>
          </a:bodyPr>
          <a:lstStyle/>
          <a:p>
            <a:pPr algn="l"/>
            <a:r>
              <a:rPr sz="1600" b="1">
                <a:solidFill>
                  <a:srgbClr val="23506A"/>
                </a:solidFill>
                <a:latin typeface="Calibri"/>
              </a:rPr>
              <a:t>Facilitator</a:t>
            </a:r>
          </a:p>
        </p:txBody>
      </p:sp>
      <p:sp>
        <p:nvSpPr>
          <p:cNvPr id="12" name="TextBox 11"/>
          <p:cNvSpPr txBox="1"/>
          <p:nvPr/>
        </p:nvSpPr>
        <p:spPr>
          <a:xfrm>
            <a:off x="749808" y="2322576"/>
            <a:ext cx="4526280" cy="457200"/>
          </a:xfrm>
          <a:prstGeom prst="rect">
            <a:avLst/>
          </a:prstGeom>
          <a:noFill/>
        </p:spPr>
        <p:txBody>
          <a:bodyPr wrap="square" lIns="0" tIns="0" rIns="0" bIns="0" anchor="t">
            <a:spAutoFit/>
          </a:bodyPr>
          <a:lstStyle/>
          <a:p>
            <a:pPr algn="l"/>
            <a:r>
              <a:rPr sz="1280" b="0">
                <a:solidFill>
                  <a:srgbClr val="323232"/>
                </a:solidFill>
                <a:latin typeface="Calibri"/>
              </a:rPr>
              <a:t>Controls pace, releases injects and keeps discussion focused on decisions.</a:t>
            </a:r>
          </a:p>
        </p:txBody>
      </p:sp>
      <p:sp>
        <p:nvSpPr>
          <p:cNvPr id="13" name="Rectangle 12"/>
          <p:cNvSpPr/>
          <p:nvPr/>
        </p:nvSpPr>
        <p:spPr>
          <a:xfrm>
            <a:off x="749808" y="2871216"/>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2907792"/>
            <a:ext cx="2331720" cy="274320"/>
          </a:xfrm>
          <a:prstGeom prst="rect">
            <a:avLst/>
          </a:prstGeom>
          <a:noFill/>
        </p:spPr>
        <p:txBody>
          <a:bodyPr wrap="square" lIns="0" tIns="0" rIns="0" bIns="0" anchor="t">
            <a:spAutoFit/>
          </a:bodyPr>
          <a:lstStyle/>
          <a:p>
            <a:pPr algn="l"/>
            <a:r>
              <a:rPr sz="1600" b="1">
                <a:solidFill>
                  <a:srgbClr val="23506A"/>
                </a:solidFill>
                <a:latin typeface="Calibri"/>
              </a:rPr>
              <a:t>Scribe</a:t>
            </a:r>
          </a:p>
        </p:txBody>
      </p:sp>
      <p:sp>
        <p:nvSpPr>
          <p:cNvPr id="15" name="TextBox 14"/>
          <p:cNvSpPr txBox="1"/>
          <p:nvPr/>
        </p:nvSpPr>
        <p:spPr>
          <a:xfrm>
            <a:off x="749808" y="3218688"/>
            <a:ext cx="4526280" cy="457200"/>
          </a:xfrm>
          <a:prstGeom prst="rect">
            <a:avLst/>
          </a:prstGeom>
          <a:noFill/>
        </p:spPr>
        <p:txBody>
          <a:bodyPr wrap="square" lIns="0" tIns="0" rIns="0" bIns="0" anchor="t">
            <a:spAutoFit/>
          </a:bodyPr>
          <a:lstStyle/>
          <a:p>
            <a:pPr algn="l"/>
            <a:r>
              <a:rPr sz="1280" b="0">
                <a:solidFill>
                  <a:srgbClr val="323232"/>
                </a:solidFill>
                <a:latin typeface="Calibri"/>
              </a:rPr>
              <a:t>Records decisions, strengths, gaps, risks and agreed actions.</a:t>
            </a:r>
          </a:p>
        </p:txBody>
      </p:sp>
      <p:sp>
        <p:nvSpPr>
          <p:cNvPr id="16" name="Rectangle 15"/>
          <p:cNvSpPr/>
          <p:nvPr/>
        </p:nvSpPr>
        <p:spPr>
          <a:xfrm>
            <a:off x="749808" y="3767328"/>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803904"/>
            <a:ext cx="2331720" cy="274320"/>
          </a:xfrm>
          <a:prstGeom prst="rect">
            <a:avLst/>
          </a:prstGeom>
          <a:noFill/>
        </p:spPr>
        <p:txBody>
          <a:bodyPr wrap="square" lIns="0" tIns="0" rIns="0" bIns="0" anchor="t">
            <a:spAutoFit/>
          </a:bodyPr>
          <a:lstStyle/>
          <a:p>
            <a:pPr algn="l"/>
            <a:r>
              <a:rPr sz="1600" b="1">
                <a:solidFill>
                  <a:srgbClr val="23506A"/>
                </a:solidFill>
                <a:latin typeface="Calibri"/>
              </a:rPr>
              <a:t>Incident lead</a:t>
            </a:r>
          </a:p>
        </p:txBody>
      </p:sp>
      <p:sp>
        <p:nvSpPr>
          <p:cNvPr id="18" name="TextBox 17"/>
          <p:cNvSpPr txBox="1"/>
          <p:nvPr/>
        </p:nvSpPr>
        <p:spPr>
          <a:xfrm>
            <a:off x="749808" y="4114800"/>
            <a:ext cx="4526280" cy="457200"/>
          </a:xfrm>
          <a:prstGeom prst="rect">
            <a:avLst/>
          </a:prstGeom>
          <a:noFill/>
        </p:spPr>
        <p:txBody>
          <a:bodyPr wrap="square" lIns="0" tIns="0" rIns="0" bIns="0" anchor="t">
            <a:spAutoFit/>
          </a:bodyPr>
          <a:lstStyle/>
          <a:p>
            <a:pPr algn="l"/>
            <a:r>
              <a:rPr sz="1280" b="0">
                <a:solidFill>
                  <a:srgbClr val="323232"/>
                </a:solidFill>
                <a:latin typeface="Calibri"/>
              </a:rPr>
              <a:t>Directs the response, sets priorities and coordinates the team.</a:t>
            </a:r>
          </a:p>
        </p:txBody>
      </p:sp>
      <p:sp>
        <p:nvSpPr>
          <p:cNvPr id="19" name="Rectangle 18"/>
          <p:cNvSpPr/>
          <p:nvPr/>
        </p:nvSpPr>
        <p:spPr>
          <a:xfrm>
            <a:off x="749808" y="4663440"/>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700016"/>
            <a:ext cx="2331720" cy="274320"/>
          </a:xfrm>
          <a:prstGeom prst="rect">
            <a:avLst/>
          </a:prstGeom>
          <a:noFill/>
        </p:spPr>
        <p:txBody>
          <a:bodyPr wrap="square" lIns="0" tIns="0" rIns="0" bIns="0" anchor="t">
            <a:spAutoFit/>
          </a:bodyPr>
          <a:lstStyle/>
          <a:p>
            <a:pPr algn="l"/>
            <a:r>
              <a:rPr sz="1600" b="1">
                <a:solidFill>
                  <a:srgbClr val="23506A"/>
                </a:solidFill>
                <a:latin typeface="Calibri"/>
              </a:rPr>
              <a:t>Technical / security leads</a:t>
            </a:r>
          </a:p>
        </p:txBody>
      </p:sp>
      <p:sp>
        <p:nvSpPr>
          <p:cNvPr id="21" name="TextBox 20"/>
          <p:cNvSpPr txBox="1"/>
          <p:nvPr/>
        </p:nvSpPr>
        <p:spPr>
          <a:xfrm>
            <a:off x="749808" y="5010912"/>
            <a:ext cx="4526280" cy="457200"/>
          </a:xfrm>
          <a:prstGeom prst="rect">
            <a:avLst/>
          </a:prstGeom>
          <a:noFill/>
        </p:spPr>
        <p:txBody>
          <a:bodyPr wrap="square" lIns="0" tIns="0" rIns="0" bIns="0" anchor="t">
            <a:spAutoFit/>
          </a:bodyPr>
          <a:lstStyle/>
          <a:p>
            <a:pPr algn="l"/>
            <a:r>
              <a:rPr sz="1280" b="0">
                <a:solidFill>
                  <a:srgbClr val="323232"/>
                </a:solidFill>
                <a:latin typeface="Calibri"/>
              </a:rPr>
              <a:t>Assess evidence, response options, dependencies and operational impact.</a:t>
            </a:r>
          </a:p>
        </p:txBody>
      </p:sp>
      <p:sp>
        <p:nvSpPr>
          <p:cNvPr id="22" name="Rectangle 21"/>
          <p:cNvSpPr/>
          <p:nvPr/>
        </p:nvSpPr>
        <p:spPr>
          <a:xfrm>
            <a:off x="749808" y="5559552"/>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91072" y="2011680"/>
            <a:ext cx="2331720" cy="274320"/>
          </a:xfrm>
          <a:prstGeom prst="rect">
            <a:avLst/>
          </a:prstGeom>
          <a:noFill/>
        </p:spPr>
        <p:txBody>
          <a:bodyPr wrap="square" lIns="0" tIns="0" rIns="0" bIns="0" anchor="t">
            <a:spAutoFit/>
          </a:bodyPr>
          <a:lstStyle/>
          <a:p>
            <a:pPr algn="l"/>
            <a:r>
              <a:rPr sz="1600" b="1">
                <a:solidFill>
                  <a:srgbClr val="23506A"/>
                </a:solidFill>
                <a:latin typeface="Calibri"/>
              </a:rPr>
              <a:t>Legal / privacy</a:t>
            </a:r>
          </a:p>
        </p:txBody>
      </p:sp>
      <p:sp>
        <p:nvSpPr>
          <p:cNvPr id="24" name="TextBox 23"/>
          <p:cNvSpPr txBox="1"/>
          <p:nvPr/>
        </p:nvSpPr>
        <p:spPr>
          <a:xfrm>
            <a:off x="6291072" y="2322576"/>
            <a:ext cx="4526280" cy="457200"/>
          </a:xfrm>
          <a:prstGeom prst="rect">
            <a:avLst/>
          </a:prstGeom>
          <a:noFill/>
        </p:spPr>
        <p:txBody>
          <a:bodyPr wrap="square" lIns="0" tIns="0" rIns="0" bIns="0" anchor="t">
            <a:spAutoFit/>
          </a:bodyPr>
          <a:lstStyle/>
          <a:p>
            <a:pPr algn="l"/>
            <a:r>
              <a:rPr sz="1280" b="0">
                <a:solidFill>
                  <a:srgbClr val="323232"/>
                </a:solidFill>
                <a:latin typeface="Calibri"/>
              </a:rPr>
              <a:t>Advises on legal duties, privacy impact, privilege and notification thresholds.</a:t>
            </a:r>
          </a:p>
        </p:txBody>
      </p:sp>
      <p:sp>
        <p:nvSpPr>
          <p:cNvPr id="25" name="Rectangle 24"/>
          <p:cNvSpPr/>
          <p:nvPr/>
        </p:nvSpPr>
        <p:spPr>
          <a:xfrm>
            <a:off x="6291072" y="2871216"/>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91072" y="2907792"/>
            <a:ext cx="2331720" cy="274320"/>
          </a:xfrm>
          <a:prstGeom prst="rect">
            <a:avLst/>
          </a:prstGeom>
          <a:noFill/>
        </p:spPr>
        <p:txBody>
          <a:bodyPr wrap="square" lIns="0" tIns="0" rIns="0" bIns="0" anchor="t">
            <a:spAutoFit/>
          </a:bodyPr>
          <a:lstStyle/>
          <a:p>
            <a:pPr algn="l"/>
            <a:r>
              <a:rPr sz="1600" b="1">
                <a:solidFill>
                  <a:srgbClr val="23506A"/>
                </a:solidFill>
                <a:latin typeface="Calibri"/>
              </a:rPr>
              <a:t>Communications</a:t>
            </a:r>
          </a:p>
        </p:txBody>
      </p:sp>
      <p:sp>
        <p:nvSpPr>
          <p:cNvPr id="27" name="TextBox 26"/>
          <p:cNvSpPr txBox="1"/>
          <p:nvPr/>
        </p:nvSpPr>
        <p:spPr>
          <a:xfrm>
            <a:off x="6291072" y="3218688"/>
            <a:ext cx="4526280" cy="457200"/>
          </a:xfrm>
          <a:prstGeom prst="rect">
            <a:avLst/>
          </a:prstGeom>
          <a:noFill/>
        </p:spPr>
        <p:txBody>
          <a:bodyPr wrap="square" lIns="0" tIns="0" rIns="0" bIns="0" anchor="t">
            <a:spAutoFit/>
          </a:bodyPr>
          <a:lstStyle/>
          <a:p>
            <a:pPr algn="l"/>
            <a:r>
              <a:rPr sz="1280" b="0">
                <a:solidFill>
                  <a:srgbClr val="323232"/>
                </a:solidFill>
                <a:latin typeface="Calibri"/>
              </a:rPr>
              <a:t>Coordinates internal and external messages, approvals and stakeholders.</a:t>
            </a:r>
          </a:p>
        </p:txBody>
      </p:sp>
      <p:sp>
        <p:nvSpPr>
          <p:cNvPr id="28" name="Rectangle 27"/>
          <p:cNvSpPr/>
          <p:nvPr/>
        </p:nvSpPr>
        <p:spPr>
          <a:xfrm>
            <a:off x="6291072" y="3767328"/>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91072" y="3803904"/>
            <a:ext cx="2331720" cy="274320"/>
          </a:xfrm>
          <a:prstGeom prst="rect">
            <a:avLst/>
          </a:prstGeom>
          <a:noFill/>
        </p:spPr>
        <p:txBody>
          <a:bodyPr wrap="square" lIns="0" tIns="0" rIns="0" bIns="0" anchor="t">
            <a:spAutoFit/>
          </a:bodyPr>
          <a:lstStyle/>
          <a:p>
            <a:pPr algn="l"/>
            <a:r>
              <a:rPr sz="1600" b="1">
                <a:solidFill>
                  <a:srgbClr val="23506A"/>
                </a:solidFill>
                <a:latin typeface="Calibri"/>
              </a:rPr>
              <a:t>Business operations</a:t>
            </a:r>
          </a:p>
        </p:txBody>
      </p:sp>
      <p:sp>
        <p:nvSpPr>
          <p:cNvPr id="30" name="TextBox 29"/>
          <p:cNvSpPr txBox="1"/>
          <p:nvPr/>
        </p:nvSpPr>
        <p:spPr>
          <a:xfrm>
            <a:off x="6291072" y="4114800"/>
            <a:ext cx="4526280" cy="457200"/>
          </a:xfrm>
          <a:prstGeom prst="rect">
            <a:avLst/>
          </a:prstGeom>
          <a:noFill/>
        </p:spPr>
        <p:txBody>
          <a:bodyPr wrap="square" lIns="0" tIns="0" rIns="0" bIns="0" anchor="t">
            <a:spAutoFit/>
          </a:bodyPr>
          <a:lstStyle/>
          <a:p>
            <a:pPr algn="l"/>
            <a:r>
              <a:rPr sz="1280" b="0">
                <a:solidFill>
                  <a:srgbClr val="323232"/>
                </a:solidFill>
                <a:latin typeface="Calibri"/>
              </a:rPr>
              <a:t>Represents service impact, continuity priorities and business trade-offs.</a:t>
            </a:r>
          </a:p>
        </p:txBody>
      </p:sp>
      <p:sp>
        <p:nvSpPr>
          <p:cNvPr id="31" name="Rectangle 30"/>
          <p:cNvSpPr/>
          <p:nvPr/>
        </p:nvSpPr>
        <p:spPr>
          <a:xfrm>
            <a:off x="6291072" y="4663440"/>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1072" y="4700016"/>
            <a:ext cx="2331720" cy="274320"/>
          </a:xfrm>
          <a:prstGeom prst="rect">
            <a:avLst/>
          </a:prstGeom>
          <a:noFill/>
        </p:spPr>
        <p:txBody>
          <a:bodyPr wrap="square" lIns="0" tIns="0" rIns="0" bIns="0" anchor="t">
            <a:spAutoFit/>
          </a:bodyPr>
          <a:lstStyle/>
          <a:p>
            <a:pPr algn="l"/>
            <a:r>
              <a:rPr sz="1600" b="1">
                <a:solidFill>
                  <a:srgbClr val="23506A"/>
                </a:solidFill>
                <a:latin typeface="Calibri"/>
              </a:rPr>
              <a:t>Executive decision-maker</a:t>
            </a:r>
          </a:p>
        </p:txBody>
      </p:sp>
      <p:sp>
        <p:nvSpPr>
          <p:cNvPr id="33" name="TextBox 32"/>
          <p:cNvSpPr txBox="1"/>
          <p:nvPr/>
        </p:nvSpPr>
        <p:spPr>
          <a:xfrm>
            <a:off x="6291072" y="5010912"/>
            <a:ext cx="4526280" cy="457200"/>
          </a:xfrm>
          <a:prstGeom prst="rect">
            <a:avLst/>
          </a:prstGeom>
          <a:noFill/>
        </p:spPr>
        <p:txBody>
          <a:bodyPr wrap="square" lIns="0" tIns="0" rIns="0" bIns="0" anchor="t">
            <a:spAutoFit/>
          </a:bodyPr>
          <a:lstStyle/>
          <a:p>
            <a:pPr algn="l"/>
            <a:r>
              <a:rPr sz="1280" b="0">
                <a:solidFill>
                  <a:srgbClr val="323232"/>
                </a:solidFill>
                <a:latin typeface="Calibri"/>
              </a:rPr>
              <a:t>Resolves material risk, resource and authority decisions.</a:t>
            </a:r>
          </a:p>
        </p:txBody>
      </p:sp>
      <p:sp>
        <p:nvSpPr>
          <p:cNvPr id="34" name="Rectangle 33"/>
          <p:cNvSpPr/>
          <p:nvPr/>
        </p:nvSpPr>
        <p:spPr>
          <a:xfrm>
            <a:off x="6291072" y="5559552"/>
            <a:ext cx="45262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438912"/>
            <a:ext cx="10607040" cy="219456"/>
          </a:xfrm>
          <a:prstGeom prst="rect">
            <a:avLst/>
          </a:prstGeom>
          <a:noFill/>
        </p:spPr>
        <p:txBody>
          <a:bodyPr wrap="square" lIns="0" tIns="0" rIns="0" bIns="0" anchor="t">
            <a:spAutoFit/>
          </a:bodyPr>
          <a:lstStyle/>
          <a:p>
            <a:pPr algn="l"/>
            <a:r>
              <a:rPr sz="1100" b="1">
                <a:solidFill>
                  <a:srgbClr val="FB8C00"/>
                </a:solidFill>
                <a:latin typeface="Calibri"/>
              </a:rPr>
              <a:t>EXERCISE BRIEFING</a:t>
            </a:r>
          </a:p>
        </p:txBody>
      </p:sp>
      <p:sp>
        <p:nvSpPr>
          <p:cNvPr id="4" name="STATIC_05_PLANET_HOW_EXERCISE_WORKS"/>
          <p:cNvSpPr txBox="1"/>
          <p:nvPr/>
        </p:nvSpPr>
        <p:spPr>
          <a:xfrm>
            <a:off x="713232" y="731520"/>
            <a:ext cx="10607040" cy="548640"/>
          </a:xfrm>
          <a:prstGeom prst="rect">
            <a:avLst/>
          </a:prstGeom>
          <a:noFill/>
        </p:spPr>
        <p:txBody>
          <a:bodyPr wrap="square" lIns="0" tIns="0" rIns="0" bIns="0" anchor="t">
            <a:spAutoFit/>
          </a:bodyPr>
          <a:lstStyle/>
          <a:p>
            <a:pPr algn="l"/>
            <a:r>
              <a:rPr sz="3400" b="1">
                <a:solidFill>
                  <a:srgbClr val="23506A"/>
                </a:solidFill>
                <a:latin typeface="Calibri"/>
              </a:rPr>
              <a:t>How the exercise works</a:t>
            </a:r>
          </a:p>
        </p:txBody>
      </p:sp>
      <p:sp>
        <p:nvSpPr>
          <p:cNvPr id="5" name="TextBox 4"/>
          <p:cNvSpPr txBox="1"/>
          <p:nvPr/>
        </p:nvSpPr>
        <p:spPr>
          <a:xfrm>
            <a:off x="731520" y="1298448"/>
            <a:ext cx="10332720" cy="310896"/>
          </a:xfrm>
          <a:prstGeom prst="rect">
            <a:avLst/>
          </a:prstGeom>
          <a:noFill/>
        </p:spPr>
        <p:txBody>
          <a:bodyPr wrap="square" lIns="0" tIns="0" rIns="0" bIns="0" anchor="t">
            <a:spAutoFit/>
          </a:bodyPr>
          <a:lstStyle/>
          <a:p>
            <a:pPr algn="l"/>
            <a:r>
              <a:rPr sz="1500" b="0">
                <a:solidFill>
                  <a:srgbClr val="5D6C75"/>
                </a:solidFill>
                <a:latin typeface="Calibri"/>
              </a:rPr>
              <a:t>A facilitated sequence of information, discussion, decisions and recorded learning.</a:t>
            </a:r>
          </a:p>
        </p:txBody>
      </p:sp>
      <p:sp>
        <p:nvSpPr>
          <p:cNvPr id="6" name="Rectangle 5"/>
          <p:cNvSpPr/>
          <p:nvPr/>
        </p:nvSpPr>
        <p:spPr>
          <a:xfrm>
            <a:off x="731520" y="170078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9" name="TextBox 8"/>
          <p:cNvSpPr txBox="1"/>
          <p:nvPr/>
        </p:nvSpPr>
        <p:spPr>
          <a:xfrm>
            <a:off x="11045952" y="6382512"/>
            <a:ext cx="502920" cy="182880"/>
          </a:xfrm>
          <a:prstGeom prst="rect">
            <a:avLst/>
          </a:prstGeom>
          <a:noFill/>
        </p:spPr>
        <p:txBody>
          <a:bodyPr wrap="square" lIns="0" tIns="0" rIns="0" bIns="0" anchor="t">
            <a:spAutoFit/>
          </a:bodyPr>
          <a:lstStyle/>
          <a:p>
            <a:pPr algn="r"/>
            <a:r>
              <a:rPr sz="900" b="0">
                <a:solidFill>
                  <a:srgbClr val="5D6C75"/>
                </a:solidFill>
                <a:latin typeface="Calibri"/>
              </a:rPr>
              <a:t>5</a:t>
            </a:r>
          </a:p>
        </p:txBody>
      </p:sp>
      <p:sp>
        <p:nvSpPr>
          <p:cNvPr id="10" name="TextBox 9"/>
          <p:cNvSpPr txBox="1"/>
          <p:nvPr/>
        </p:nvSpPr>
        <p:spPr>
          <a:xfrm>
            <a:off x="768096" y="1993392"/>
            <a:ext cx="411480" cy="256032"/>
          </a:xfrm>
          <a:prstGeom prst="rect">
            <a:avLst/>
          </a:prstGeom>
          <a:noFill/>
        </p:spPr>
        <p:txBody>
          <a:bodyPr wrap="square" lIns="0" tIns="0" rIns="0" bIns="0" anchor="t">
            <a:spAutoFit/>
          </a:bodyPr>
          <a:lstStyle/>
          <a:p>
            <a:pPr algn="l"/>
            <a:r>
              <a:rPr sz="1100" b="1">
                <a:solidFill>
                  <a:srgbClr val="FB8C00"/>
                </a:solidFill>
                <a:latin typeface="Calibri"/>
              </a:rPr>
              <a:t>01</a:t>
            </a:r>
          </a:p>
        </p:txBody>
      </p:sp>
      <p:sp>
        <p:nvSpPr>
          <p:cNvPr id="11" name="TextBox 10"/>
          <p:cNvSpPr txBox="1"/>
          <p:nvPr/>
        </p:nvSpPr>
        <p:spPr>
          <a:xfrm>
            <a:off x="1280160" y="1975104"/>
            <a:ext cx="2743200" cy="310896"/>
          </a:xfrm>
          <a:prstGeom prst="rect">
            <a:avLst/>
          </a:prstGeom>
          <a:noFill/>
        </p:spPr>
        <p:txBody>
          <a:bodyPr wrap="square" lIns="0" tIns="0" rIns="0" bIns="0" anchor="t">
            <a:spAutoFit/>
          </a:bodyPr>
          <a:lstStyle/>
          <a:p>
            <a:pPr algn="l"/>
            <a:r>
              <a:rPr sz="1700" b="1">
                <a:solidFill>
                  <a:srgbClr val="23506A"/>
                </a:solidFill>
                <a:latin typeface="Calibri"/>
              </a:rPr>
              <a:t>Receive the next inject</a:t>
            </a:r>
          </a:p>
        </p:txBody>
      </p:sp>
      <p:sp>
        <p:nvSpPr>
          <p:cNvPr id="12" name="TextBox 11"/>
          <p:cNvSpPr txBox="1"/>
          <p:nvPr/>
        </p:nvSpPr>
        <p:spPr>
          <a:xfrm>
            <a:off x="4069080" y="1984248"/>
            <a:ext cx="6995160" cy="457200"/>
          </a:xfrm>
          <a:prstGeom prst="rect">
            <a:avLst/>
          </a:prstGeom>
          <a:noFill/>
        </p:spPr>
        <p:txBody>
          <a:bodyPr wrap="square" lIns="0" tIns="0" rIns="0" bIns="0" anchor="t">
            <a:spAutoFit/>
          </a:bodyPr>
          <a:lstStyle/>
          <a:p>
            <a:pPr algn="l"/>
            <a:r>
              <a:rPr sz="1330" b="0">
                <a:solidFill>
                  <a:srgbClr val="323232"/>
                </a:solidFill>
                <a:latin typeface="Calibri"/>
              </a:rPr>
              <a:t>Injects are released sequentially; use only the information available at that point.</a:t>
            </a:r>
          </a:p>
        </p:txBody>
      </p:sp>
      <p:sp>
        <p:nvSpPr>
          <p:cNvPr id="13" name="Rectangle 12"/>
          <p:cNvSpPr/>
          <p:nvPr/>
        </p:nvSpPr>
        <p:spPr>
          <a:xfrm>
            <a:off x="1280160" y="2569464"/>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2761488"/>
            <a:ext cx="411480" cy="256032"/>
          </a:xfrm>
          <a:prstGeom prst="rect">
            <a:avLst/>
          </a:prstGeom>
          <a:noFill/>
        </p:spPr>
        <p:txBody>
          <a:bodyPr wrap="square" lIns="0" tIns="0" rIns="0" bIns="0" anchor="t">
            <a:spAutoFit/>
          </a:bodyPr>
          <a:lstStyle/>
          <a:p>
            <a:pPr algn="l"/>
            <a:r>
              <a:rPr sz="1100" b="1">
                <a:solidFill>
                  <a:srgbClr val="FB8C00"/>
                </a:solidFill>
                <a:latin typeface="Calibri"/>
              </a:rPr>
              <a:t>02</a:t>
            </a:r>
          </a:p>
        </p:txBody>
      </p:sp>
      <p:sp>
        <p:nvSpPr>
          <p:cNvPr id="15" name="TextBox 14"/>
          <p:cNvSpPr txBox="1"/>
          <p:nvPr/>
        </p:nvSpPr>
        <p:spPr>
          <a:xfrm>
            <a:off x="1280160" y="2743200"/>
            <a:ext cx="2743200" cy="310896"/>
          </a:xfrm>
          <a:prstGeom prst="rect">
            <a:avLst/>
          </a:prstGeom>
          <a:noFill/>
        </p:spPr>
        <p:txBody>
          <a:bodyPr wrap="square" lIns="0" tIns="0" rIns="0" bIns="0" anchor="t">
            <a:spAutoFit/>
          </a:bodyPr>
          <a:lstStyle/>
          <a:p>
            <a:pPr algn="l"/>
            <a:r>
              <a:rPr sz="1700" b="1">
                <a:solidFill>
                  <a:srgbClr val="23506A"/>
                </a:solidFill>
                <a:latin typeface="Calibri"/>
              </a:rPr>
              <a:t>Respond as you operate today</a:t>
            </a:r>
          </a:p>
        </p:txBody>
      </p:sp>
      <p:sp>
        <p:nvSpPr>
          <p:cNvPr id="16" name="TextBox 15"/>
          <p:cNvSpPr txBox="1"/>
          <p:nvPr/>
        </p:nvSpPr>
        <p:spPr>
          <a:xfrm>
            <a:off x="4069080" y="2752344"/>
            <a:ext cx="6995160" cy="457200"/>
          </a:xfrm>
          <a:prstGeom prst="rect">
            <a:avLst/>
          </a:prstGeom>
          <a:noFill/>
        </p:spPr>
        <p:txBody>
          <a:bodyPr wrap="square" lIns="0" tIns="0" rIns="0" bIns="0" anchor="t">
            <a:spAutoFit/>
          </a:bodyPr>
          <a:lstStyle/>
          <a:p>
            <a:pPr algn="l"/>
            <a:r>
              <a:rPr sz="1330" b="0">
                <a:solidFill>
                  <a:srgbClr val="323232"/>
                </a:solidFill>
                <a:latin typeface="Calibri"/>
              </a:rPr>
              <a:t>Discuss actions using current roles, processes, tools, authority and dependencies.</a:t>
            </a:r>
          </a:p>
        </p:txBody>
      </p:sp>
      <p:sp>
        <p:nvSpPr>
          <p:cNvPr id="17" name="Rectangle 16"/>
          <p:cNvSpPr/>
          <p:nvPr/>
        </p:nvSpPr>
        <p:spPr>
          <a:xfrm>
            <a:off x="1280160" y="3337560"/>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529584"/>
            <a:ext cx="411480" cy="256032"/>
          </a:xfrm>
          <a:prstGeom prst="rect">
            <a:avLst/>
          </a:prstGeom>
          <a:noFill/>
        </p:spPr>
        <p:txBody>
          <a:bodyPr wrap="square" lIns="0" tIns="0" rIns="0" bIns="0" anchor="t">
            <a:spAutoFit/>
          </a:bodyPr>
          <a:lstStyle/>
          <a:p>
            <a:pPr algn="l"/>
            <a:r>
              <a:rPr sz="1100" b="1">
                <a:solidFill>
                  <a:srgbClr val="FB8C00"/>
                </a:solidFill>
                <a:latin typeface="Calibri"/>
              </a:rPr>
              <a:t>03</a:t>
            </a:r>
          </a:p>
        </p:txBody>
      </p:sp>
      <p:sp>
        <p:nvSpPr>
          <p:cNvPr id="19" name="TextBox 18"/>
          <p:cNvSpPr txBox="1"/>
          <p:nvPr/>
        </p:nvSpPr>
        <p:spPr>
          <a:xfrm>
            <a:off x="1280160" y="3511296"/>
            <a:ext cx="2743200" cy="310896"/>
          </a:xfrm>
          <a:prstGeom prst="rect">
            <a:avLst/>
          </a:prstGeom>
          <a:noFill/>
        </p:spPr>
        <p:txBody>
          <a:bodyPr wrap="square" lIns="0" tIns="0" rIns="0" bIns="0" anchor="t">
            <a:spAutoFit/>
          </a:bodyPr>
          <a:lstStyle/>
          <a:p>
            <a:pPr algn="l"/>
            <a:r>
              <a:rPr sz="1700" b="1">
                <a:solidFill>
                  <a:srgbClr val="23506A"/>
                </a:solidFill>
                <a:latin typeface="Calibri"/>
              </a:rPr>
              <a:t>Make timeboxed decisions</a:t>
            </a:r>
          </a:p>
        </p:txBody>
      </p:sp>
      <p:sp>
        <p:nvSpPr>
          <p:cNvPr id="20" name="TextBox 19"/>
          <p:cNvSpPr txBox="1"/>
          <p:nvPr/>
        </p:nvSpPr>
        <p:spPr>
          <a:xfrm>
            <a:off x="4069080" y="3520440"/>
            <a:ext cx="6995160" cy="457200"/>
          </a:xfrm>
          <a:prstGeom prst="rect">
            <a:avLst/>
          </a:prstGeom>
          <a:noFill/>
        </p:spPr>
        <p:txBody>
          <a:bodyPr wrap="square" lIns="0" tIns="0" rIns="0" bIns="0" anchor="t">
            <a:spAutoFit/>
          </a:bodyPr>
          <a:lstStyle/>
          <a:p>
            <a:pPr algn="l"/>
            <a:r>
              <a:rPr sz="1330" b="0">
                <a:solidFill>
                  <a:srgbClr val="323232"/>
                </a:solidFill>
                <a:latin typeface="Calibri"/>
              </a:rPr>
              <a:t>State the decision, owner, rationale, required information and escalation path.</a:t>
            </a:r>
          </a:p>
        </p:txBody>
      </p:sp>
      <p:sp>
        <p:nvSpPr>
          <p:cNvPr id="21" name="Rectangle 20"/>
          <p:cNvSpPr/>
          <p:nvPr/>
        </p:nvSpPr>
        <p:spPr>
          <a:xfrm>
            <a:off x="1280160" y="4105656"/>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4297680"/>
            <a:ext cx="411480" cy="256032"/>
          </a:xfrm>
          <a:prstGeom prst="rect">
            <a:avLst/>
          </a:prstGeom>
          <a:noFill/>
        </p:spPr>
        <p:txBody>
          <a:bodyPr wrap="square" lIns="0" tIns="0" rIns="0" bIns="0" anchor="t">
            <a:spAutoFit/>
          </a:bodyPr>
          <a:lstStyle/>
          <a:p>
            <a:pPr algn="l"/>
            <a:r>
              <a:rPr sz="1100" b="1">
                <a:solidFill>
                  <a:srgbClr val="FB8C00"/>
                </a:solidFill>
                <a:latin typeface="Calibri"/>
              </a:rPr>
              <a:t>04</a:t>
            </a:r>
          </a:p>
        </p:txBody>
      </p:sp>
      <p:sp>
        <p:nvSpPr>
          <p:cNvPr id="23" name="TextBox 22"/>
          <p:cNvSpPr txBox="1"/>
          <p:nvPr/>
        </p:nvSpPr>
        <p:spPr>
          <a:xfrm>
            <a:off x="1280160" y="4279392"/>
            <a:ext cx="2743200" cy="310896"/>
          </a:xfrm>
          <a:prstGeom prst="rect">
            <a:avLst/>
          </a:prstGeom>
          <a:noFill/>
        </p:spPr>
        <p:txBody>
          <a:bodyPr wrap="square" lIns="0" tIns="0" rIns="0" bIns="0" anchor="t">
            <a:spAutoFit/>
          </a:bodyPr>
          <a:lstStyle/>
          <a:p>
            <a:pPr algn="l"/>
            <a:r>
              <a:rPr sz="1700" b="1">
                <a:solidFill>
                  <a:srgbClr val="23506A"/>
                </a:solidFill>
                <a:latin typeface="Calibri"/>
              </a:rPr>
              <a:t>Keep the exercise simulated</a:t>
            </a:r>
          </a:p>
        </p:txBody>
      </p:sp>
      <p:sp>
        <p:nvSpPr>
          <p:cNvPr id="24" name="TextBox 23"/>
          <p:cNvSpPr txBox="1"/>
          <p:nvPr/>
        </p:nvSpPr>
        <p:spPr>
          <a:xfrm>
            <a:off x="4069080" y="4288536"/>
            <a:ext cx="6995160" cy="457200"/>
          </a:xfrm>
          <a:prstGeom prst="rect">
            <a:avLst/>
          </a:prstGeom>
          <a:noFill/>
        </p:spPr>
        <p:txBody>
          <a:bodyPr wrap="square" lIns="0" tIns="0" rIns="0" bIns="0" anchor="t">
            <a:spAutoFit/>
          </a:bodyPr>
          <a:lstStyle/>
          <a:p>
            <a:pPr algn="l"/>
            <a:r>
              <a:rPr sz="1330" b="0">
                <a:solidFill>
                  <a:srgbClr val="323232"/>
                </a:solidFill>
                <a:latin typeface="Calibri"/>
              </a:rPr>
              <a:t>Do not change production systems, contact real stakeholders or trigger live processes.</a:t>
            </a:r>
          </a:p>
        </p:txBody>
      </p:sp>
      <p:sp>
        <p:nvSpPr>
          <p:cNvPr id="25" name="Rectangle 24"/>
          <p:cNvSpPr/>
          <p:nvPr/>
        </p:nvSpPr>
        <p:spPr>
          <a:xfrm>
            <a:off x="1280160" y="4873752"/>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 y="5065776"/>
            <a:ext cx="411480" cy="256032"/>
          </a:xfrm>
          <a:prstGeom prst="rect">
            <a:avLst/>
          </a:prstGeom>
          <a:noFill/>
        </p:spPr>
        <p:txBody>
          <a:bodyPr wrap="square" lIns="0" tIns="0" rIns="0" bIns="0" anchor="t">
            <a:spAutoFit/>
          </a:bodyPr>
          <a:lstStyle/>
          <a:p>
            <a:pPr algn="l"/>
            <a:r>
              <a:rPr sz="1100" b="1">
                <a:solidFill>
                  <a:srgbClr val="FB8C00"/>
                </a:solidFill>
                <a:latin typeface="Calibri"/>
              </a:rPr>
              <a:t>05</a:t>
            </a:r>
          </a:p>
        </p:txBody>
      </p:sp>
      <p:sp>
        <p:nvSpPr>
          <p:cNvPr id="27" name="TextBox 26"/>
          <p:cNvSpPr txBox="1"/>
          <p:nvPr/>
        </p:nvSpPr>
        <p:spPr>
          <a:xfrm>
            <a:off x="1280160" y="5047488"/>
            <a:ext cx="2743200" cy="310896"/>
          </a:xfrm>
          <a:prstGeom prst="rect">
            <a:avLst/>
          </a:prstGeom>
          <a:noFill/>
        </p:spPr>
        <p:txBody>
          <a:bodyPr wrap="square" lIns="0" tIns="0" rIns="0" bIns="0" anchor="t">
            <a:spAutoFit/>
          </a:bodyPr>
          <a:lstStyle/>
          <a:p>
            <a:pPr algn="l"/>
            <a:r>
              <a:rPr sz="1700" b="1">
                <a:solidFill>
                  <a:srgbClr val="23506A"/>
                </a:solidFill>
                <a:latin typeface="Calibri"/>
              </a:rPr>
              <a:t>Record learning as it emerges</a:t>
            </a:r>
          </a:p>
        </p:txBody>
      </p:sp>
      <p:sp>
        <p:nvSpPr>
          <p:cNvPr id="28" name="TextBox 27"/>
          <p:cNvSpPr txBox="1"/>
          <p:nvPr/>
        </p:nvSpPr>
        <p:spPr>
          <a:xfrm>
            <a:off x="4069080" y="5056632"/>
            <a:ext cx="6995160" cy="457200"/>
          </a:xfrm>
          <a:prstGeom prst="rect">
            <a:avLst/>
          </a:prstGeom>
          <a:noFill/>
        </p:spPr>
        <p:txBody>
          <a:bodyPr wrap="square" lIns="0" tIns="0" rIns="0" bIns="0" anchor="t">
            <a:spAutoFit/>
          </a:bodyPr>
          <a:lstStyle/>
          <a:p>
            <a:pPr algn="l"/>
            <a:r>
              <a:rPr sz="1330" b="0">
                <a:solidFill>
                  <a:srgbClr val="323232"/>
                </a:solidFill>
                <a:latin typeface="Calibri"/>
              </a:rPr>
              <a:t>Capture decisions, strengths, gaps, risks and actions without stopping play to fix them.</a:t>
            </a:r>
          </a:p>
        </p:txBody>
      </p:sp>
      <p:sp>
        <p:nvSpPr>
          <p:cNvPr id="29" name="Rectangle 28"/>
          <p:cNvSpPr/>
          <p:nvPr/>
        </p:nvSpPr>
        <p:spPr>
          <a:xfrm>
            <a:off x="1280160" y="5641848"/>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438912"/>
            <a:ext cx="10607040" cy="219456"/>
          </a:xfrm>
          <a:prstGeom prst="rect">
            <a:avLst/>
          </a:prstGeom>
          <a:noFill/>
        </p:spPr>
        <p:txBody>
          <a:bodyPr wrap="square" lIns="0" tIns="0" rIns="0" bIns="0" anchor="t">
            <a:spAutoFit/>
          </a:bodyPr>
          <a:lstStyle/>
          <a:p>
            <a:pPr algn="l"/>
            <a:r>
              <a:rPr sz="1100" b="1">
                <a:solidFill>
                  <a:srgbClr val="FB8C00"/>
                </a:solidFill>
                <a:latin typeface="Calibri"/>
              </a:rPr>
              <a:t>AFTER THE EXERCISE</a:t>
            </a:r>
          </a:p>
        </p:txBody>
      </p:sp>
      <p:sp>
        <p:nvSpPr>
          <p:cNvPr id="4" name="STATIC_06_PLANET_HOTWASH"/>
          <p:cNvSpPr txBox="1"/>
          <p:nvPr/>
        </p:nvSpPr>
        <p:spPr>
          <a:xfrm>
            <a:off x="713232" y="731520"/>
            <a:ext cx="10607040" cy="548640"/>
          </a:xfrm>
          <a:prstGeom prst="rect">
            <a:avLst/>
          </a:prstGeom>
          <a:noFill/>
        </p:spPr>
        <p:txBody>
          <a:bodyPr wrap="square" lIns="0" tIns="0" rIns="0" bIns="0" anchor="t">
            <a:spAutoFit/>
          </a:bodyPr>
          <a:lstStyle/>
          <a:p>
            <a:pPr algn="l"/>
            <a:r>
              <a:rPr sz="3400" b="1">
                <a:solidFill>
                  <a:srgbClr val="23506A"/>
                </a:solidFill>
                <a:latin typeface="Calibri"/>
              </a:rPr>
              <a:t>Hotwash</a:t>
            </a:r>
          </a:p>
        </p:txBody>
      </p:sp>
      <p:sp>
        <p:nvSpPr>
          <p:cNvPr id="5" name="TextBox 4"/>
          <p:cNvSpPr txBox="1"/>
          <p:nvPr/>
        </p:nvSpPr>
        <p:spPr>
          <a:xfrm>
            <a:off x="731520" y="1298448"/>
            <a:ext cx="10332720" cy="310896"/>
          </a:xfrm>
          <a:prstGeom prst="rect">
            <a:avLst/>
          </a:prstGeom>
          <a:noFill/>
        </p:spPr>
        <p:txBody>
          <a:bodyPr wrap="square" lIns="0" tIns="0" rIns="0" bIns="0" anchor="t">
            <a:spAutoFit/>
          </a:bodyPr>
          <a:lstStyle/>
          <a:p>
            <a:pPr algn="l"/>
            <a:r>
              <a:rPr sz="1500" b="0">
                <a:solidFill>
                  <a:srgbClr val="5D6C75"/>
                </a:solidFill>
                <a:latin typeface="Calibri"/>
              </a:rPr>
              <a:t>Reflect while the decisions, constraints and moments of friction are still fresh.</a:t>
            </a:r>
          </a:p>
        </p:txBody>
      </p:sp>
      <p:sp>
        <p:nvSpPr>
          <p:cNvPr id="6" name="Rectangle 5"/>
          <p:cNvSpPr/>
          <p:nvPr/>
        </p:nvSpPr>
        <p:spPr>
          <a:xfrm>
            <a:off x="731520" y="170078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9" name="TextBox 8"/>
          <p:cNvSpPr txBox="1"/>
          <p:nvPr/>
        </p:nvSpPr>
        <p:spPr>
          <a:xfrm>
            <a:off x="11045952" y="6382512"/>
            <a:ext cx="502920" cy="182880"/>
          </a:xfrm>
          <a:prstGeom prst="rect">
            <a:avLst/>
          </a:prstGeom>
          <a:noFill/>
        </p:spPr>
        <p:txBody>
          <a:bodyPr wrap="square" lIns="0" tIns="0" rIns="0" bIns="0" anchor="t">
            <a:spAutoFit/>
          </a:bodyPr>
          <a:lstStyle/>
          <a:p>
            <a:pPr algn="r"/>
            <a:r>
              <a:rPr sz="900" b="0">
                <a:solidFill>
                  <a:srgbClr val="5D6C75"/>
                </a:solidFill>
                <a:latin typeface="Calibri"/>
              </a:rPr>
              <a:t>6</a:t>
            </a:r>
          </a:p>
        </p:txBody>
      </p:sp>
      <p:sp>
        <p:nvSpPr>
          <p:cNvPr id="10" name="TextBox 9"/>
          <p:cNvSpPr txBox="1"/>
          <p:nvPr/>
        </p:nvSpPr>
        <p:spPr>
          <a:xfrm>
            <a:off x="768096" y="1993392"/>
            <a:ext cx="411480" cy="256032"/>
          </a:xfrm>
          <a:prstGeom prst="rect">
            <a:avLst/>
          </a:prstGeom>
          <a:noFill/>
        </p:spPr>
        <p:txBody>
          <a:bodyPr wrap="square" lIns="0" tIns="0" rIns="0" bIns="0" anchor="t">
            <a:spAutoFit/>
          </a:bodyPr>
          <a:lstStyle/>
          <a:p>
            <a:pPr algn="l"/>
            <a:r>
              <a:rPr sz="1100" b="1">
                <a:solidFill>
                  <a:srgbClr val="FB8C00"/>
                </a:solidFill>
                <a:latin typeface="Calibri"/>
              </a:rPr>
              <a:t>01</a:t>
            </a:r>
          </a:p>
        </p:txBody>
      </p:sp>
      <p:sp>
        <p:nvSpPr>
          <p:cNvPr id="11" name="TextBox 10"/>
          <p:cNvSpPr txBox="1"/>
          <p:nvPr/>
        </p:nvSpPr>
        <p:spPr>
          <a:xfrm>
            <a:off x="1280160" y="1956816"/>
            <a:ext cx="4251960" cy="365760"/>
          </a:xfrm>
          <a:prstGeom prst="rect">
            <a:avLst/>
          </a:prstGeom>
          <a:noFill/>
        </p:spPr>
        <p:txBody>
          <a:bodyPr wrap="square" lIns="0" tIns="0" rIns="0" bIns="0" anchor="t">
            <a:spAutoFit/>
          </a:bodyPr>
          <a:lstStyle/>
          <a:p>
            <a:pPr algn="l"/>
            <a:r>
              <a:rPr sz="2000" b="1">
                <a:solidFill>
                  <a:srgbClr val="23506A"/>
                </a:solidFill>
                <a:latin typeface="Calibri"/>
              </a:rPr>
              <a:t>What worked?</a:t>
            </a:r>
          </a:p>
        </p:txBody>
      </p:sp>
      <p:sp>
        <p:nvSpPr>
          <p:cNvPr id="12" name="TextBox 11"/>
          <p:cNvSpPr txBox="1"/>
          <p:nvPr/>
        </p:nvSpPr>
        <p:spPr>
          <a:xfrm>
            <a:off x="5650992" y="1993392"/>
            <a:ext cx="5413248" cy="438912"/>
          </a:xfrm>
          <a:prstGeom prst="rect">
            <a:avLst/>
          </a:prstGeom>
          <a:noFill/>
        </p:spPr>
        <p:txBody>
          <a:bodyPr wrap="square" lIns="0" tIns="0" rIns="0" bIns="0" anchor="t">
            <a:spAutoFit/>
          </a:bodyPr>
          <a:lstStyle/>
          <a:p>
            <a:pPr algn="l"/>
            <a:r>
              <a:rPr sz="1320" b="0">
                <a:solidFill>
                  <a:srgbClr val="323232"/>
                </a:solidFill>
                <a:latin typeface="Calibri"/>
              </a:rPr>
              <a:t>Name the decisions, behaviours, information and capabilities that helped.</a:t>
            </a:r>
          </a:p>
        </p:txBody>
      </p:sp>
      <p:sp>
        <p:nvSpPr>
          <p:cNvPr id="13" name="Rectangle 12"/>
          <p:cNvSpPr/>
          <p:nvPr/>
        </p:nvSpPr>
        <p:spPr>
          <a:xfrm>
            <a:off x="1280160" y="2615184"/>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2816352"/>
            <a:ext cx="411480" cy="256032"/>
          </a:xfrm>
          <a:prstGeom prst="rect">
            <a:avLst/>
          </a:prstGeom>
          <a:noFill/>
        </p:spPr>
        <p:txBody>
          <a:bodyPr wrap="square" lIns="0" tIns="0" rIns="0" bIns="0" anchor="t">
            <a:spAutoFit/>
          </a:bodyPr>
          <a:lstStyle/>
          <a:p>
            <a:pPr algn="l"/>
            <a:r>
              <a:rPr sz="1100" b="1">
                <a:solidFill>
                  <a:srgbClr val="FB8C00"/>
                </a:solidFill>
                <a:latin typeface="Calibri"/>
              </a:rPr>
              <a:t>02</a:t>
            </a:r>
          </a:p>
        </p:txBody>
      </p:sp>
      <p:sp>
        <p:nvSpPr>
          <p:cNvPr id="15" name="TextBox 14"/>
          <p:cNvSpPr txBox="1"/>
          <p:nvPr/>
        </p:nvSpPr>
        <p:spPr>
          <a:xfrm>
            <a:off x="1280160" y="2779776"/>
            <a:ext cx="4251960" cy="365760"/>
          </a:xfrm>
          <a:prstGeom prst="rect">
            <a:avLst/>
          </a:prstGeom>
          <a:noFill/>
        </p:spPr>
        <p:txBody>
          <a:bodyPr wrap="square" lIns="0" tIns="0" rIns="0" bIns="0" anchor="t">
            <a:spAutoFit/>
          </a:bodyPr>
          <a:lstStyle/>
          <a:p>
            <a:pPr algn="l"/>
            <a:r>
              <a:rPr sz="2000" b="1">
                <a:solidFill>
                  <a:srgbClr val="23506A"/>
                </a:solidFill>
                <a:latin typeface="Calibri"/>
              </a:rPr>
              <a:t>Where did decisions stall?</a:t>
            </a:r>
          </a:p>
        </p:txBody>
      </p:sp>
      <p:sp>
        <p:nvSpPr>
          <p:cNvPr id="16" name="TextBox 15"/>
          <p:cNvSpPr txBox="1"/>
          <p:nvPr/>
        </p:nvSpPr>
        <p:spPr>
          <a:xfrm>
            <a:off x="5650992" y="2816352"/>
            <a:ext cx="5413248" cy="438912"/>
          </a:xfrm>
          <a:prstGeom prst="rect">
            <a:avLst/>
          </a:prstGeom>
          <a:noFill/>
        </p:spPr>
        <p:txBody>
          <a:bodyPr wrap="square" lIns="0" tIns="0" rIns="0" bIns="0" anchor="t">
            <a:spAutoFit/>
          </a:bodyPr>
          <a:lstStyle/>
          <a:p>
            <a:pPr algn="l"/>
            <a:r>
              <a:rPr sz="1320" b="0">
                <a:solidFill>
                  <a:srgbClr val="323232"/>
                </a:solidFill>
                <a:latin typeface="Calibri"/>
              </a:rPr>
              <a:t>Identify hand-offs, uncertainty, dependencies or competing priorities.</a:t>
            </a:r>
          </a:p>
        </p:txBody>
      </p:sp>
      <p:sp>
        <p:nvSpPr>
          <p:cNvPr id="17" name="Rectangle 16"/>
          <p:cNvSpPr/>
          <p:nvPr/>
        </p:nvSpPr>
        <p:spPr>
          <a:xfrm>
            <a:off x="1280160" y="3438144"/>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639312"/>
            <a:ext cx="411480" cy="256032"/>
          </a:xfrm>
          <a:prstGeom prst="rect">
            <a:avLst/>
          </a:prstGeom>
          <a:noFill/>
        </p:spPr>
        <p:txBody>
          <a:bodyPr wrap="square" lIns="0" tIns="0" rIns="0" bIns="0" anchor="t">
            <a:spAutoFit/>
          </a:bodyPr>
          <a:lstStyle/>
          <a:p>
            <a:pPr algn="l"/>
            <a:r>
              <a:rPr sz="1100" b="1">
                <a:solidFill>
                  <a:srgbClr val="FB8C00"/>
                </a:solidFill>
                <a:latin typeface="Calibri"/>
              </a:rPr>
              <a:t>03</a:t>
            </a:r>
          </a:p>
        </p:txBody>
      </p:sp>
      <p:sp>
        <p:nvSpPr>
          <p:cNvPr id="19" name="TextBox 18"/>
          <p:cNvSpPr txBox="1"/>
          <p:nvPr/>
        </p:nvSpPr>
        <p:spPr>
          <a:xfrm>
            <a:off x="1280160" y="3602736"/>
            <a:ext cx="4251960" cy="365760"/>
          </a:xfrm>
          <a:prstGeom prst="rect">
            <a:avLst/>
          </a:prstGeom>
          <a:noFill/>
        </p:spPr>
        <p:txBody>
          <a:bodyPr wrap="square" lIns="0" tIns="0" rIns="0" bIns="0" anchor="t">
            <a:spAutoFit/>
          </a:bodyPr>
          <a:lstStyle/>
          <a:p>
            <a:pPr algn="l"/>
            <a:r>
              <a:rPr sz="2000" b="1">
                <a:solidFill>
                  <a:srgbClr val="23506A"/>
                </a:solidFill>
                <a:latin typeface="Calibri"/>
              </a:rPr>
              <a:t>What authority or information was missing?</a:t>
            </a:r>
          </a:p>
        </p:txBody>
      </p:sp>
      <p:sp>
        <p:nvSpPr>
          <p:cNvPr id="20" name="TextBox 19"/>
          <p:cNvSpPr txBox="1"/>
          <p:nvPr/>
        </p:nvSpPr>
        <p:spPr>
          <a:xfrm>
            <a:off x="5650992" y="3639312"/>
            <a:ext cx="5413248" cy="438912"/>
          </a:xfrm>
          <a:prstGeom prst="rect">
            <a:avLst/>
          </a:prstGeom>
          <a:noFill/>
        </p:spPr>
        <p:txBody>
          <a:bodyPr wrap="square" lIns="0" tIns="0" rIns="0" bIns="0" anchor="t">
            <a:spAutoFit/>
          </a:bodyPr>
          <a:lstStyle/>
          <a:p>
            <a:pPr algn="l"/>
            <a:r>
              <a:rPr sz="1320" b="0">
                <a:solidFill>
                  <a:srgbClr val="323232"/>
                </a:solidFill>
                <a:latin typeface="Calibri"/>
              </a:rPr>
              <a:t>Separate unclear ownership from unavailable evidence or access.</a:t>
            </a:r>
          </a:p>
        </p:txBody>
      </p:sp>
      <p:sp>
        <p:nvSpPr>
          <p:cNvPr id="21" name="Rectangle 20"/>
          <p:cNvSpPr/>
          <p:nvPr/>
        </p:nvSpPr>
        <p:spPr>
          <a:xfrm>
            <a:off x="1280160" y="4261104"/>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4462272"/>
            <a:ext cx="411480" cy="256032"/>
          </a:xfrm>
          <a:prstGeom prst="rect">
            <a:avLst/>
          </a:prstGeom>
          <a:noFill/>
        </p:spPr>
        <p:txBody>
          <a:bodyPr wrap="square" lIns="0" tIns="0" rIns="0" bIns="0" anchor="t">
            <a:spAutoFit/>
          </a:bodyPr>
          <a:lstStyle/>
          <a:p>
            <a:pPr algn="l"/>
            <a:r>
              <a:rPr sz="1100" b="1">
                <a:solidFill>
                  <a:srgbClr val="FB8C00"/>
                </a:solidFill>
                <a:latin typeface="Calibri"/>
              </a:rPr>
              <a:t>04</a:t>
            </a:r>
          </a:p>
        </p:txBody>
      </p:sp>
      <p:sp>
        <p:nvSpPr>
          <p:cNvPr id="23" name="TextBox 22"/>
          <p:cNvSpPr txBox="1"/>
          <p:nvPr/>
        </p:nvSpPr>
        <p:spPr>
          <a:xfrm>
            <a:off x="1280160" y="4425696"/>
            <a:ext cx="4251960" cy="365760"/>
          </a:xfrm>
          <a:prstGeom prst="rect">
            <a:avLst/>
          </a:prstGeom>
          <a:noFill/>
        </p:spPr>
        <p:txBody>
          <a:bodyPr wrap="square" lIns="0" tIns="0" rIns="0" bIns="0" anchor="t">
            <a:spAutoFit/>
          </a:bodyPr>
          <a:lstStyle/>
          <a:p>
            <a:pPr algn="l"/>
            <a:r>
              <a:rPr sz="2000" b="1">
                <a:solidFill>
                  <a:srgbClr val="23506A"/>
                </a:solidFill>
                <a:latin typeface="Calibri"/>
              </a:rPr>
              <a:t>What should change first?</a:t>
            </a:r>
          </a:p>
        </p:txBody>
      </p:sp>
      <p:sp>
        <p:nvSpPr>
          <p:cNvPr id="24" name="TextBox 23"/>
          <p:cNvSpPr txBox="1"/>
          <p:nvPr/>
        </p:nvSpPr>
        <p:spPr>
          <a:xfrm>
            <a:off x="5650992" y="4462272"/>
            <a:ext cx="5413248" cy="438912"/>
          </a:xfrm>
          <a:prstGeom prst="rect">
            <a:avLst/>
          </a:prstGeom>
          <a:noFill/>
        </p:spPr>
        <p:txBody>
          <a:bodyPr wrap="square" lIns="0" tIns="0" rIns="0" bIns="0" anchor="t">
            <a:spAutoFit/>
          </a:bodyPr>
          <a:lstStyle/>
          <a:p>
            <a:pPr algn="l"/>
            <a:r>
              <a:rPr sz="1320" b="0">
                <a:solidFill>
                  <a:srgbClr val="323232"/>
                </a:solidFill>
                <a:latin typeface="Calibri"/>
              </a:rPr>
              <a:t>Prioritise the smallest practical improvements with the greatest readiness impact.</a:t>
            </a:r>
          </a:p>
        </p:txBody>
      </p:sp>
      <p:sp>
        <p:nvSpPr>
          <p:cNvPr id="25" name="Rectangle 24"/>
          <p:cNvSpPr/>
          <p:nvPr/>
        </p:nvSpPr>
        <p:spPr>
          <a:xfrm>
            <a:off x="1280160" y="5084064"/>
            <a:ext cx="9784080"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449824"/>
            <a:ext cx="10241280" cy="320040"/>
          </a:xfrm>
          <a:prstGeom prst="rect">
            <a:avLst/>
          </a:prstGeom>
          <a:noFill/>
        </p:spPr>
        <p:txBody>
          <a:bodyPr wrap="square" lIns="0" tIns="0" rIns="0" bIns="0" anchor="t">
            <a:spAutoFit/>
          </a:bodyPr>
          <a:lstStyle/>
          <a:p>
            <a:pPr algn="l"/>
            <a:r>
              <a:rPr sz="1500" b="1">
                <a:solidFill>
                  <a:srgbClr val="23506A"/>
                </a:solidFill>
                <a:latin typeface="Calibri"/>
              </a:rPr>
              <a:t>Keep observations specific enough to convert into a finding or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35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438912"/>
            <a:ext cx="10607040" cy="219456"/>
          </a:xfrm>
          <a:prstGeom prst="rect">
            <a:avLst/>
          </a:prstGeom>
          <a:noFill/>
        </p:spPr>
        <p:txBody>
          <a:bodyPr wrap="square" lIns="0" tIns="0" rIns="0" bIns="0" anchor="t">
            <a:spAutoFit/>
          </a:bodyPr>
          <a:lstStyle/>
          <a:p>
            <a:pPr algn="l"/>
            <a:r>
              <a:rPr sz="1100" b="1">
                <a:solidFill>
                  <a:srgbClr val="FB8C00"/>
                </a:solidFill>
                <a:latin typeface="Calibri"/>
              </a:rPr>
              <a:t>AFTER THE EXERCISE</a:t>
            </a:r>
          </a:p>
        </p:txBody>
      </p:sp>
      <p:sp>
        <p:nvSpPr>
          <p:cNvPr id="4" name="STATIC_07_PLANET_FOLLOW_UP_PROCESS"/>
          <p:cNvSpPr txBox="1"/>
          <p:nvPr/>
        </p:nvSpPr>
        <p:spPr>
          <a:xfrm>
            <a:off x="713232" y="731520"/>
            <a:ext cx="10607040" cy="548640"/>
          </a:xfrm>
          <a:prstGeom prst="rect">
            <a:avLst/>
          </a:prstGeom>
          <a:noFill/>
        </p:spPr>
        <p:txBody>
          <a:bodyPr wrap="square" lIns="0" tIns="0" rIns="0" bIns="0" anchor="t">
            <a:spAutoFit/>
          </a:bodyPr>
          <a:lstStyle/>
          <a:p>
            <a:pPr algn="l"/>
            <a:r>
              <a:rPr sz="3400" b="1">
                <a:solidFill>
                  <a:srgbClr val="23506A"/>
                </a:solidFill>
                <a:latin typeface="Calibri"/>
              </a:rPr>
              <a:t>Follow-up process</a:t>
            </a:r>
          </a:p>
        </p:txBody>
      </p:sp>
      <p:sp>
        <p:nvSpPr>
          <p:cNvPr id="5" name="TextBox 4"/>
          <p:cNvSpPr txBox="1"/>
          <p:nvPr/>
        </p:nvSpPr>
        <p:spPr>
          <a:xfrm>
            <a:off x="731520" y="1298448"/>
            <a:ext cx="10332720" cy="310896"/>
          </a:xfrm>
          <a:prstGeom prst="rect">
            <a:avLst/>
          </a:prstGeom>
          <a:noFill/>
        </p:spPr>
        <p:txBody>
          <a:bodyPr wrap="square" lIns="0" tIns="0" rIns="0" bIns="0" anchor="t">
            <a:spAutoFit/>
          </a:bodyPr>
          <a:lstStyle/>
          <a:p>
            <a:pPr algn="l"/>
            <a:r>
              <a:rPr sz="1500" b="0">
                <a:solidFill>
                  <a:srgbClr val="5D6C75"/>
                </a:solidFill>
                <a:latin typeface="Calibri"/>
              </a:rPr>
              <a:t>Turn exercise learning into governed remediation, evidence and retesting.</a:t>
            </a:r>
          </a:p>
        </p:txBody>
      </p:sp>
      <p:sp>
        <p:nvSpPr>
          <p:cNvPr id="6" name="Rectangle 5"/>
          <p:cNvSpPr/>
          <p:nvPr/>
        </p:nvSpPr>
        <p:spPr>
          <a:xfrm>
            <a:off x="731520" y="1700784"/>
            <a:ext cx="10744200" cy="2743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291072"/>
            <a:ext cx="10908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382512"/>
            <a:ext cx="3108960" cy="182880"/>
          </a:xfrm>
          <a:prstGeom prst="rect">
            <a:avLst/>
          </a:prstGeom>
          <a:noFill/>
        </p:spPr>
        <p:txBody>
          <a:bodyPr wrap="square" lIns="0" tIns="0" rIns="0" bIns="0" anchor="t">
            <a:spAutoFit/>
          </a:bodyPr>
          <a:lstStyle/>
          <a:p>
            <a:pPr algn="l"/>
            <a:r>
              <a:rPr sz="900" b="0">
                <a:solidFill>
                  <a:srgbClr val="5D6C75"/>
                </a:solidFill>
                <a:latin typeface="Calibri"/>
              </a:rPr>
              <a:t>Confidential – Planet IT</a:t>
            </a:r>
          </a:p>
        </p:txBody>
      </p:sp>
      <p:sp>
        <p:nvSpPr>
          <p:cNvPr id="9" name="TextBox 8"/>
          <p:cNvSpPr txBox="1"/>
          <p:nvPr/>
        </p:nvSpPr>
        <p:spPr>
          <a:xfrm>
            <a:off x="11045952" y="6382512"/>
            <a:ext cx="502920" cy="182880"/>
          </a:xfrm>
          <a:prstGeom prst="rect">
            <a:avLst/>
          </a:prstGeom>
          <a:noFill/>
        </p:spPr>
        <p:txBody>
          <a:bodyPr wrap="square" lIns="0" tIns="0" rIns="0" bIns="0" anchor="t">
            <a:spAutoFit/>
          </a:bodyPr>
          <a:lstStyle/>
          <a:p>
            <a:pPr algn="r"/>
            <a:r>
              <a:rPr sz="900" b="0">
                <a:solidFill>
                  <a:srgbClr val="5D6C75"/>
                </a:solidFill>
                <a:latin typeface="Calibri"/>
              </a:rPr>
              <a:t>7</a:t>
            </a:r>
          </a:p>
        </p:txBody>
      </p:sp>
      <p:sp>
        <p:nvSpPr>
          <p:cNvPr id="10" name="TextBox 9"/>
          <p:cNvSpPr txBox="1"/>
          <p:nvPr/>
        </p:nvSpPr>
        <p:spPr>
          <a:xfrm>
            <a:off x="768096" y="2029968"/>
            <a:ext cx="438912" cy="274320"/>
          </a:xfrm>
          <a:prstGeom prst="rect">
            <a:avLst/>
          </a:prstGeom>
          <a:noFill/>
        </p:spPr>
        <p:txBody>
          <a:bodyPr wrap="square" lIns="0" tIns="0" rIns="0" bIns="0" anchor="t">
            <a:spAutoFit/>
          </a:bodyPr>
          <a:lstStyle/>
          <a:p>
            <a:pPr algn="l"/>
            <a:r>
              <a:rPr sz="1100" b="1">
                <a:solidFill>
                  <a:srgbClr val="FB8C00"/>
                </a:solidFill>
                <a:latin typeface="Calibri"/>
              </a:rPr>
              <a:t>01</a:t>
            </a:r>
          </a:p>
        </p:txBody>
      </p:sp>
      <p:sp>
        <p:nvSpPr>
          <p:cNvPr id="11" name="TextBox 10"/>
          <p:cNvSpPr txBox="1"/>
          <p:nvPr/>
        </p:nvSpPr>
        <p:spPr>
          <a:xfrm>
            <a:off x="1280160" y="2002536"/>
            <a:ext cx="2971800" cy="347472"/>
          </a:xfrm>
          <a:prstGeom prst="rect">
            <a:avLst/>
          </a:prstGeom>
          <a:noFill/>
        </p:spPr>
        <p:txBody>
          <a:bodyPr wrap="square" lIns="0" tIns="0" rIns="0" bIns="0" anchor="t">
            <a:spAutoFit/>
          </a:bodyPr>
          <a:lstStyle/>
          <a:p>
            <a:pPr algn="l"/>
            <a:r>
              <a:rPr sz="1800" b="1">
                <a:solidFill>
                  <a:srgbClr val="23506A"/>
                </a:solidFill>
                <a:latin typeface="Calibri"/>
              </a:rPr>
              <a:t>After-action report owner</a:t>
            </a:r>
          </a:p>
        </p:txBody>
      </p:sp>
      <p:sp>
        <p:nvSpPr>
          <p:cNvPr id="12" name="TextBox 11"/>
          <p:cNvSpPr txBox="1"/>
          <p:nvPr/>
        </p:nvSpPr>
        <p:spPr>
          <a:xfrm>
            <a:off x="4370832" y="2029968"/>
            <a:ext cx="6675120" cy="502920"/>
          </a:xfrm>
          <a:prstGeom prst="rect">
            <a:avLst/>
          </a:prstGeom>
          <a:noFill/>
        </p:spPr>
        <p:txBody>
          <a:bodyPr wrap="square" lIns="0" tIns="0" rIns="0" bIns="0" anchor="t">
            <a:spAutoFit/>
          </a:bodyPr>
          <a:lstStyle/>
          <a:p>
            <a:pPr algn="l"/>
            <a:r>
              <a:rPr sz="1340" b="0">
                <a:solidFill>
                  <a:srgbClr val="323232"/>
                </a:solidFill>
                <a:latin typeface="Calibri"/>
              </a:rPr>
              <a:t>Name the accountable owner before close; agree the drafting and distribution timetable.</a:t>
            </a:r>
          </a:p>
        </p:txBody>
      </p:sp>
      <p:sp>
        <p:nvSpPr>
          <p:cNvPr id="13" name="Rectangle 12"/>
          <p:cNvSpPr/>
          <p:nvPr/>
        </p:nvSpPr>
        <p:spPr>
          <a:xfrm>
            <a:off x="1280160" y="2679192"/>
            <a:ext cx="9765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2889504"/>
            <a:ext cx="438912" cy="274320"/>
          </a:xfrm>
          <a:prstGeom prst="rect">
            <a:avLst/>
          </a:prstGeom>
          <a:noFill/>
        </p:spPr>
        <p:txBody>
          <a:bodyPr wrap="square" lIns="0" tIns="0" rIns="0" bIns="0" anchor="t">
            <a:spAutoFit/>
          </a:bodyPr>
          <a:lstStyle/>
          <a:p>
            <a:pPr algn="l"/>
            <a:r>
              <a:rPr sz="1100" b="1">
                <a:solidFill>
                  <a:srgbClr val="FB8C00"/>
                </a:solidFill>
                <a:latin typeface="Calibri"/>
              </a:rPr>
              <a:t>02</a:t>
            </a:r>
          </a:p>
        </p:txBody>
      </p:sp>
      <p:sp>
        <p:nvSpPr>
          <p:cNvPr id="15" name="TextBox 14"/>
          <p:cNvSpPr txBox="1"/>
          <p:nvPr/>
        </p:nvSpPr>
        <p:spPr>
          <a:xfrm>
            <a:off x="1280160" y="2862072"/>
            <a:ext cx="2971800" cy="347472"/>
          </a:xfrm>
          <a:prstGeom prst="rect">
            <a:avLst/>
          </a:prstGeom>
          <a:noFill/>
        </p:spPr>
        <p:txBody>
          <a:bodyPr wrap="square" lIns="0" tIns="0" rIns="0" bIns="0" anchor="t">
            <a:spAutoFit/>
          </a:bodyPr>
          <a:lstStyle/>
          <a:p>
            <a:pPr algn="l"/>
            <a:r>
              <a:rPr sz="1800" b="1">
                <a:solidFill>
                  <a:srgbClr val="23506A"/>
                </a:solidFill>
                <a:latin typeface="Calibri"/>
              </a:rPr>
              <a:t>Issue-validation date</a:t>
            </a:r>
          </a:p>
        </p:txBody>
      </p:sp>
      <p:sp>
        <p:nvSpPr>
          <p:cNvPr id="16" name="TextBox 15"/>
          <p:cNvSpPr txBox="1"/>
          <p:nvPr/>
        </p:nvSpPr>
        <p:spPr>
          <a:xfrm>
            <a:off x="4370832" y="2889504"/>
            <a:ext cx="6675120" cy="502920"/>
          </a:xfrm>
          <a:prstGeom prst="rect">
            <a:avLst/>
          </a:prstGeom>
          <a:noFill/>
        </p:spPr>
        <p:txBody>
          <a:bodyPr wrap="square" lIns="0" tIns="0" rIns="0" bIns="0" anchor="t">
            <a:spAutoFit/>
          </a:bodyPr>
          <a:lstStyle/>
          <a:p>
            <a:pPr algn="l"/>
            <a:r>
              <a:rPr sz="1340" b="0">
                <a:solidFill>
                  <a:srgbClr val="323232"/>
                </a:solidFill>
                <a:latin typeface="Calibri"/>
              </a:rPr>
              <a:t>Confirm each finding, classification and evidence with the relevant accountable teams.</a:t>
            </a:r>
          </a:p>
        </p:txBody>
      </p:sp>
      <p:sp>
        <p:nvSpPr>
          <p:cNvPr id="17" name="Rectangle 16"/>
          <p:cNvSpPr/>
          <p:nvPr/>
        </p:nvSpPr>
        <p:spPr>
          <a:xfrm>
            <a:off x="1280160" y="3538728"/>
            <a:ext cx="9765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749039"/>
            <a:ext cx="438912" cy="274320"/>
          </a:xfrm>
          <a:prstGeom prst="rect">
            <a:avLst/>
          </a:prstGeom>
          <a:noFill/>
        </p:spPr>
        <p:txBody>
          <a:bodyPr wrap="square" lIns="0" tIns="0" rIns="0" bIns="0" anchor="t">
            <a:spAutoFit/>
          </a:bodyPr>
          <a:lstStyle/>
          <a:p>
            <a:pPr algn="l"/>
            <a:r>
              <a:rPr sz="1100" b="1">
                <a:solidFill>
                  <a:srgbClr val="FB8C00"/>
                </a:solidFill>
                <a:latin typeface="Calibri"/>
              </a:rPr>
              <a:t>03</a:t>
            </a:r>
          </a:p>
        </p:txBody>
      </p:sp>
      <p:sp>
        <p:nvSpPr>
          <p:cNvPr id="19" name="TextBox 18"/>
          <p:cNvSpPr txBox="1"/>
          <p:nvPr/>
        </p:nvSpPr>
        <p:spPr>
          <a:xfrm>
            <a:off x="1280160" y="3721607"/>
            <a:ext cx="2971800" cy="347472"/>
          </a:xfrm>
          <a:prstGeom prst="rect">
            <a:avLst/>
          </a:prstGeom>
          <a:noFill/>
        </p:spPr>
        <p:txBody>
          <a:bodyPr wrap="square" lIns="0" tIns="0" rIns="0" bIns="0" anchor="t">
            <a:spAutoFit/>
          </a:bodyPr>
          <a:lstStyle/>
          <a:p>
            <a:pPr algn="l"/>
            <a:r>
              <a:rPr sz="1800" b="1">
                <a:solidFill>
                  <a:srgbClr val="23506A"/>
                </a:solidFill>
                <a:latin typeface="Calibri"/>
              </a:rPr>
              <a:t>Remediation review</a:t>
            </a:r>
          </a:p>
        </p:txBody>
      </p:sp>
      <p:sp>
        <p:nvSpPr>
          <p:cNvPr id="20" name="TextBox 19"/>
          <p:cNvSpPr txBox="1"/>
          <p:nvPr/>
        </p:nvSpPr>
        <p:spPr>
          <a:xfrm>
            <a:off x="4370832" y="3749039"/>
            <a:ext cx="6675120" cy="502920"/>
          </a:xfrm>
          <a:prstGeom prst="rect">
            <a:avLst/>
          </a:prstGeom>
          <a:noFill/>
        </p:spPr>
        <p:txBody>
          <a:bodyPr wrap="square" lIns="0" tIns="0" rIns="0" bIns="0" anchor="t">
            <a:spAutoFit/>
          </a:bodyPr>
          <a:lstStyle/>
          <a:p>
            <a:pPr algn="l"/>
            <a:r>
              <a:rPr sz="1340" b="0">
                <a:solidFill>
                  <a:srgbClr val="323232"/>
                </a:solidFill>
                <a:latin typeface="Calibri"/>
              </a:rPr>
              <a:t>Review owners, priority, progress, barriers, residual risk and required decisions.</a:t>
            </a:r>
          </a:p>
        </p:txBody>
      </p:sp>
      <p:sp>
        <p:nvSpPr>
          <p:cNvPr id="21" name="Rectangle 20"/>
          <p:cNvSpPr/>
          <p:nvPr/>
        </p:nvSpPr>
        <p:spPr>
          <a:xfrm>
            <a:off x="1280160" y="4398264"/>
            <a:ext cx="9765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4608576"/>
            <a:ext cx="438912" cy="274320"/>
          </a:xfrm>
          <a:prstGeom prst="rect">
            <a:avLst/>
          </a:prstGeom>
          <a:noFill/>
        </p:spPr>
        <p:txBody>
          <a:bodyPr wrap="square" lIns="0" tIns="0" rIns="0" bIns="0" anchor="t">
            <a:spAutoFit/>
          </a:bodyPr>
          <a:lstStyle/>
          <a:p>
            <a:pPr algn="l"/>
            <a:r>
              <a:rPr sz="1100" b="1">
                <a:solidFill>
                  <a:srgbClr val="FB8C00"/>
                </a:solidFill>
                <a:latin typeface="Calibri"/>
              </a:rPr>
              <a:t>04</a:t>
            </a:r>
          </a:p>
        </p:txBody>
      </p:sp>
      <p:sp>
        <p:nvSpPr>
          <p:cNvPr id="23" name="TextBox 22"/>
          <p:cNvSpPr txBox="1"/>
          <p:nvPr/>
        </p:nvSpPr>
        <p:spPr>
          <a:xfrm>
            <a:off x="1280160" y="4581144"/>
            <a:ext cx="2971800" cy="347472"/>
          </a:xfrm>
          <a:prstGeom prst="rect">
            <a:avLst/>
          </a:prstGeom>
          <a:noFill/>
        </p:spPr>
        <p:txBody>
          <a:bodyPr wrap="square" lIns="0" tIns="0" rIns="0" bIns="0" anchor="t">
            <a:spAutoFit/>
          </a:bodyPr>
          <a:lstStyle/>
          <a:p>
            <a:pPr algn="l"/>
            <a:r>
              <a:rPr sz="1800" b="1">
                <a:solidFill>
                  <a:srgbClr val="23506A"/>
                </a:solidFill>
                <a:latin typeface="Calibri"/>
              </a:rPr>
              <a:t>Retest date</a:t>
            </a:r>
          </a:p>
        </p:txBody>
      </p:sp>
      <p:sp>
        <p:nvSpPr>
          <p:cNvPr id="24" name="TextBox 23"/>
          <p:cNvSpPr txBox="1"/>
          <p:nvPr/>
        </p:nvSpPr>
        <p:spPr>
          <a:xfrm>
            <a:off x="4370832" y="4608576"/>
            <a:ext cx="6675120" cy="502920"/>
          </a:xfrm>
          <a:prstGeom prst="rect">
            <a:avLst/>
          </a:prstGeom>
          <a:noFill/>
        </p:spPr>
        <p:txBody>
          <a:bodyPr wrap="square" lIns="0" tIns="0" rIns="0" bIns="0" anchor="t">
            <a:spAutoFit/>
          </a:bodyPr>
          <a:lstStyle/>
          <a:p>
            <a:pPr algn="l"/>
            <a:r>
              <a:rPr sz="1340" b="0">
                <a:solidFill>
                  <a:srgbClr val="323232"/>
                </a:solidFill>
                <a:latin typeface="Calibri"/>
              </a:rPr>
              <a:t>Schedule validation of completed actions and close findings only when evidence is accepted.</a:t>
            </a:r>
          </a:p>
        </p:txBody>
      </p:sp>
      <p:sp>
        <p:nvSpPr>
          <p:cNvPr id="25" name="Rectangle 24"/>
          <p:cNvSpPr/>
          <p:nvPr/>
        </p:nvSpPr>
        <p:spPr>
          <a:xfrm>
            <a:off x="1280160" y="5257800"/>
            <a:ext cx="9765792" cy="18288"/>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513832"/>
            <a:ext cx="10241280" cy="310896"/>
          </a:xfrm>
          <a:prstGeom prst="rect">
            <a:avLst/>
          </a:prstGeom>
          <a:noFill/>
        </p:spPr>
        <p:txBody>
          <a:bodyPr wrap="square" lIns="0" tIns="0" rIns="0" bIns="0" anchor="t">
            <a:spAutoFit/>
          </a:bodyPr>
          <a:lstStyle/>
          <a:p>
            <a:pPr algn="l"/>
            <a:r>
              <a:rPr sz="1500" b="1">
                <a:solidFill>
                  <a:srgbClr val="23506A"/>
                </a:solidFill>
                <a:latin typeface="Calibri"/>
              </a:rPr>
              <a:t>Close the loop: every action needs an owner, date and completion evidence.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STATIC_03_PLANET_WRAP_UP"/>
          <p:cNvPicPr>
            <a:picLocks noChangeAspect="1"/>
          </p:cNvPicPr>
          <p:nvPr/>
        </p:nvPicPr>
        <p:blipFill>
          <a:blip r:embed="rId3"/>
          <a:srcRect l="12809" t="15813" b="18818"/>
          <a:stretch>
            <a:fillRect/>
          </a:stretch>
        </p:blipFill>
        <p:spPr>
          <a:xfrm>
            <a:off x="-4391" y="0"/>
            <a:ext cx="12196392" cy="6858000"/>
          </a:xfrm>
          <a:prstGeom prst="rect">
            <a:avLst/>
          </a:prstGeom>
        </p:spPr>
      </p:pic>
      <p:sp>
        <p:nvSpPr>
          <p:cNvPr id="6" name="Rectangle 5">
            <a:extLst>
              <a:ext uri="{FF2B5EF4-FFF2-40B4-BE49-F238E27FC236}">
                <a16:creationId xmlns:a16="http://schemas.microsoft.com/office/drawing/2014/main" id="{10409947-0A45-4F47-BEEF-8C91B0E4C7DC}"/>
              </a:ext>
            </a:extLst>
          </p:cNvPr>
          <p:cNvSpPr>
            <a:spLocks noGrp="1"/>
          </p:cNvSpPr>
          <p:nvPr/>
        </p:nvSpPr>
        <p:spPr>
          <a:xfrm>
            <a:off x="-4392" y="0"/>
            <a:ext cx="12196392" cy="6858000"/>
          </a:xfrm>
          <a:prstGeom prst="rect">
            <a:avLst/>
          </a:prstGeom>
          <a:solidFill>
            <a:srgbClr val="1E5670">
              <a:alpha val="87059"/>
            </a:srgbClr>
          </a:solidFill>
          <a:ln w="25400">
            <a:noFill/>
            <a:prstDash val="solid"/>
          </a:ln>
        </p:spPr>
        <p:style>
          <a:lnRef idx="0">
            <a:scrgbClr r="0" g="0" b="0"/>
          </a:lnRef>
          <a:fillRef idx="0">
            <a:scrgbClr r="0" g="0" b="0"/>
          </a:fillRef>
          <a:effectRef idx="0">
            <a:scrgbClr r="0" g="0" b="0"/>
          </a:effectRef>
          <a:fontRef idx="major"/>
        </p:style>
        <p:txBody>
          <a:bodyPr rot="0" spcFirstLastPara="1" vert="horz" wrap="square" lIns="45719" tIns="45719" rIns="45719" bIns="45719" anchor="t">
            <a:spAutoFit/>
          </a:bodyPr>
          <a:lstStyle/>
          <a:p>
            <a:pPr marL="0" indent="0" algn="l">
              <a:lnSpc>
                <a:spcPct val="100000"/>
              </a:lnSpc>
              <a:spcBef>
                <a:spcPts val="0"/>
              </a:spcBef>
              <a:spcAft>
                <a:spcPts val="0"/>
              </a:spcAft>
              <a:buNone/>
            </a:pPr>
            <a:endParaRPr/>
          </a:p>
        </p:txBody>
      </p:sp>
      <p:sp>
        <p:nvSpPr>
          <p:cNvPr id="3" name="TextBox 2">
            <a:extLst>
              <a:ext uri="{FF2B5EF4-FFF2-40B4-BE49-F238E27FC236}">
                <a16:creationId xmlns:a16="http://schemas.microsoft.com/office/drawing/2014/main" id="{3E4AA0E0-E6D8-5728-E4A2-C3FF73338CAD}"/>
              </a:ext>
            </a:extLst>
          </p:cNvPr>
          <p:cNvSpPr>
            <a:spLocks noGrp="1"/>
          </p:cNvSpPr>
          <p:nvPr/>
        </p:nvSpPr>
        <p:spPr>
          <a:xfrm>
            <a:off x="0" y="5741430"/>
            <a:ext cx="12192000" cy="707884"/>
          </a:xfrm>
          <a:prstGeom prst="rect">
            <a:avLst/>
          </a:prstGeom>
          <a:noFill/>
          <a:ln w="12700">
            <a:noFill/>
          </a:ln>
        </p:spPr>
        <p:style>
          <a:lnRef idx="0">
            <a:scrgbClr r="0" g="0" b="0"/>
          </a:lnRef>
          <a:fillRef idx="0">
            <a:scrgbClr r="0" g="0" b="0"/>
          </a:fillRef>
          <a:effectRef idx="0">
            <a:scrgbClr r="0" g="0" b="0"/>
          </a:effectRef>
          <a:fontRef idx="major"/>
        </p:style>
        <p:txBody>
          <a:bodyPr rot="0" spcFirstLastPara="1" vert="horz" wrap="square" lIns="45719" tIns="45719" rIns="45719" bIns="45719" anchor="t">
            <a:spAutoFit/>
          </a:bodyPr>
          <a:lstStyle/>
          <a:p>
            <a:pPr marL="0" indent="0" algn="ctr">
              <a:lnSpc>
                <a:spcPct val="100000"/>
              </a:lnSpc>
              <a:spcBef>
                <a:spcPts val="0"/>
              </a:spcBef>
              <a:spcAft>
                <a:spcPts val="0"/>
              </a:spcAft>
              <a:buNone/>
            </a:pPr>
            <a:r>
              <a:rPr sz="4000">
                <a:solidFill>
                  <a:schemeClr val="bg1"/>
                </a:solidFill>
                <a:latin typeface="Roboto Light"/>
                <a:ea typeface="Roboto Light"/>
                <a:cs typeface="Roboto Light"/>
              </a:rPr>
              <a:t>www.planet-it.net</a:t>
            </a:r>
          </a:p>
        </p:txBody>
      </p:sp>
      <p:sp>
        <p:nvSpPr>
          <p:cNvPr id="4" name="TextBox 3">
            <a:extLst>
              <a:ext uri="{FF2B5EF4-FFF2-40B4-BE49-F238E27FC236}">
                <a16:creationId xmlns:a16="http://schemas.microsoft.com/office/drawing/2014/main" id="{D02018E2-2FC3-938C-207B-BF1759EE01C6}"/>
              </a:ext>
            </a:extLst>
          </p:cNvPr>
          <p:cNvSpPr>
            <a:spLocks noGrp="1"/>
          </p:cNvSpPr>
          <p:nvPr/>
        </p:nvSpPr>
        <p:spPr>
          <a:xfrm>
            <a:off x="227347" y="2524038"/>
            <a:ext cx="11737304" cy="954105"/>
          </a:xfrm>
          <a:prstGeom prst="rect">
            <a:avLst/>
          </a:prstGeom>
          <a:noFill/>
          <a:ln w="12700">
            <a:noFill/>
          </a:ln>
        </p:spPr>
        <p:style>
          <a:lnRef idx="0">
            <a:scrgbClr r="0" g="0" b="0"/>
          </a:lnRef>
          <a:fillRef idx="0">
            <a:scrgbClr r="0" g="0" b="0"/>
          </a:fillRef>
          <a:effectRef idx="0">
            <a:scrgbClr r="0" g="0" b="0"/>
          </a:effectRef>
          <a:fontRef idx="major"/>
        </p:style>
        <p:txBody>
          <a:bodyPr rot="0" spcFirstLastPara="1" vert="horz" wrap="square" lIns="45719" tIns="45719" rIns="45719" bIns="45719" anchor="t">
            <a:spAutoFit/>
          </a:bodyPr>
          <a:lstStyle/>
          <a:p>
            <a:pPr marL="0" indent="0" algn="ctr">
              <a:lnSpc>
                <a:spcPct val="100000"/>
              </a:lnSpc>
              <a:spcBef>
                <a:spcPts val="0"/>
              </a:spcBef>
              <a:spcAft>
                <a:spcPts val="0"/>
              </a:spcAft>
              <a:buNone/>
            </a:pPr>
            <a:r>
              <a:rPr sz="2800" spc="600">
                <a:solidFill>
                  <a:schemeClr val="bg1"/>
                </a:solidFill>
                <a:latin typeface="Roboto Light"/>
                <a:ea typeface="Roboto Light"/>
                <a:cs typeface="Roboto Light"/>
              </a:rPr>
              <a:t>ONE TEAM </a:t>
            </a:r>
          </a:p>
          <a:p>
            <a:pPr marL="0" indent="0" algn="ctr">
              <a:lnSpc>
                <a:spcPct val="100000"/>
              </a:lnSpc>
              <a:spcBef>
                <a:spcPts val="0"/>
              </a:spcBef>
              <a:spcAft>
                <a:spcPts val="0"/>
              </a:spcAft>
              <a:buNone/>
            </a:pPr>
            <a:r>
              <a:rPr sz="2800" u="none" cap="none" spc="600">
                <a:ln>
                  <a:noFill/>
                </a:ln>
                <a:solidFill>
                  <a:schemeClr val="bg1"/>
                </a:solidFill>
                <a:latin typeface="Roboto Light"/>
                <a:ea typeface="Roboto Light"/>
                <a:cs typeface="Roboto Light"/>
              </a:rPr>
              <a:t>MAKING YOUR</a:t>
            </a:r>
            <a:r>
              <a:rPr sz="2800" b="1" u="none" cap="none" spc="600">
                <a:ln>
                  <a:noFill/>
                </a:ln>
                <a:solidFill>
                  <a:srgbClr val="F9EC27"/>
                </a:solidFill>
                <a:latin typeface="Roboto Light"/>
                <a:ea typeface="Roboto Light"/>
                <a:cs typeface="Roboto Light"/>
              </a:rPr>
              <a:t> IT </a:t>
            </a:r>
            <a:r>
              <a:rPr sz="2800" u="none" cap="none" spc="600">
                <a:ln>
                  <a:noFill/>
                </a:ln>
                <a:solidFill>
                  <a:schemeClr val="bg1"/>
                </a:solidFill>
                <a:latin typeface="Roboto Light"/>
                <a:ea typeface="Roboto Light"/>
                <a:cs typeface="Roboto Light"/>
              </a:rPr>
              <a:t>MORE EFFICIENT</a:t>
            </a:r>
          </a:p>
        </p:txBody>
      </p:sp>
      <p:pic>
        <p:nvPicPr>
          <p:cNvPr id="9" name="Picture 1"/>
          <p:cNvPicPr>
            <a:picLocks noChangeAspect="1"/>
          </p:cNvPicPr>
          <p:nvPr/>
        </p:nvPicPr>
        <p:blipFill>
          <a:blip r:embed="rId4"/>
          <a:stretch>
            <a:fillRect/>
          </a:stretch>
        </p:blipFill>
        <p:spPr>
          <a:xfrm>
            <a:off x="3229665" y="1490257"/>
            <a:ext cx="5728280" cy="707884"/>
          </a:xfrm>
          <a:prstGeom prst="rect">
            <a:avLst/>
          </a:prstGeom>
        </p:spPr>
      </p:pic>
    </p:spTree>
    <p:extLst>
      <p:ext uri="{BB962C8B-B14F-4D97-AF65-F5344CB8AC3E}">
        <p14:creationId xmlns:p14="http://schemas.microsoft.com/office/powerpoint/2010/main" val="1792217447"/>
      </p:ext>
    </p:extLst>
  </p:cSld>
  <p:clrMapOvr>
    <a:masterClrMapping/>
  </p:clrMapOvr>
</p:sld>
</file>

<file path=ppt/theme/theme1.xml><?xml version="1.0" encoding="utf-8"?>
<a:theme xmlns:a="http://schemas.openxmlformats.org/drawingml/2006/main" name="Planet IT">
  <a:themeElements>
    <a:clrScheme name="Planet IT">
      <a:dk1>
        <a:srgbClr val="323232"/>
      </a:dk1>
      <a:lt1>
        <a:srgbClr val="FFFFFF"/>
      </a:lt1>
      <a:dk2>
        <a:srgbClr val="23506A"/>
      </a:dk2>
      <a:lt2>
        <a:srgbClr val="ECEFF1"/>
      </a:lt2>
      <a:accent1>
        <a:srgbClr val="23506A"/>
      </a:accent1>
      <a:accent2>
        <a:srgbClr val="FB8C00"/>
      </a:accent2>
      <a:accent3>
        <a:srgbClr val="C62828"/>
      </a:accent3>
      <a:accent4>
        <a:srgbClr val="2E7D32"/>
      </a:accent4>
      <a:accent5>
        <a:srgbClr val="323232"/>
      </a:accent5>
      <a:accent6>
        <a:srgbClr val="ECEFF1"/>
      </a:accent6>
      <a:hlink>
        <a:srgbClr val="23506A"/>
      </a:hlink>
      <a:folHlink>
        <a:srgbClr val="6B7280"/>
      </a:folHlink>
    </a:clrScheme>
    <a:fontScheme name="Planet IT">
      <a:majorFont>
        <a:latin typeface="Calibri"/>
        <a:ea typeface=""/>
        <a:cs typeface=""/>
      </a:majorFont>
      <a:minorFont>
        <a:latin typeface="Calibri"/>
        <a:ea typeface=""/>
        <a:cs typeface=""/>
      </a:minorFont>
    </a:fontScheme>
    <a:fmtScheme name="Planet I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1366</TotalTime>
  <Words>4137</Words>
  <Application>Microsoft Macintosh PowerPoint</Application>
  <PresentationFormat>Widescreen</PresentationFormat>
  <Paragraphs>321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Calibri</vt:lpstr>
      <vt:lpstr>Roboto Light</vt:lpstr>
      <vt:lpstr>Planet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Barry O'Brien</dc:creator>
  <cp:lastModifiedBy>Bradley Collis</cp:lastModifiedBy>
  <cp:revision>9</cp:revision>
  <dcterms:created xsi:type="dcterms:W3CDTF">2018-11-06T12:40:30Z</dcterms:created>
  <dcterms:modified xsi:type="dcterms:W3CDTF">2026-09-16T13:08:31Z</dcterms:modified>
</cp:coreProperties>
</file>